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5716-14CA-CF8D-CFAF-B00784A5E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F7FFF-1630-FA70-C953-64426498B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3F711-4EF0-8C6D-86D8-4E4B8581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6DC5C-7D43-58FA-337F-198ADB64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9AC24-C7C2-FCBA-41BC-48E0A6C4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9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3BFF9-EF08-C1C2-97B0-64F71814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58A6A-63A7-95DB-1EA9-4026785E5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71C9F-1CBB-D785-E547-01ADF4B1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473F1-E726-47E6-5B81-7896EE3C2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9E17B-E95A-E992-E843-92FB1D4B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33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7EAF-9EB3-8AA5-FC7E-2B29294E7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98DCB-3D49-897F-FCA6-8DD364434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0D29F-8AF1-933A-F7FB-CA626501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10E42-4A35-AD60-BB52-873DFACA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88E16-5D40-827A-0444-C5F7662C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4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FF4D-DEF5-5FEB-8B35-F631B032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D137-FD01-2C69-B2DC-9EDAE007A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13060-146F-E6E1-DD7F-16B26D6AB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8C957-9AE4-EF14-6580-1F3C50278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48F1A-5416-0506-AFB0-F9DC3807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989DD-83E1-19E3-B68D-FF761E17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1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607A-4BCD-4528-D125-266EC901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6B5AE-17F0-2C58-C2F2-0B9C175D5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37637-0093-64C2-2B9C-E775B2982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51086-E9C3-7F56-F755-0B3D39B03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A5274-342B-A628-B72A-2877E250C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89455-CE4B-2D2A-3ADB-00BA6108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FED751-0AD2-476E-DDCF-484AD255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2514B-6D07-5D2C-211F-295267D8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9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6F96-E2C5-82EE-BBA6-666F5CD0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152B9-4026-A806-5801-2619C86FE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94CC5-E8B0-EE11-1F96-7E36691E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58F87-CA1E-4F93-0BF1-FE3B75F7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8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F07FD-EEB6-3E2C-6848-FD3CF2D9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0224A-7454-8095-4EDC-B2DE2AB2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14296-30F0-E245-2B8C-D247E86D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8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AA99-D23B-D283-F480-43AE2610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70BCC-CF16-F02B-C895-B39473ED5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B86F3-76E3-58F1-11CC-31DAD56B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3A0C6-999A-409D-F57B-6AEA2E52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C4102-701F-DD79-09B7-B06BCDC3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0E9B-EC48-2ECF-0AC4-E9DD1661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D442-0436-F0ED-669B-3531AE43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6C8AE-9D8F-F166-6E8B-FAAD29DA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6B1D4-8450-863E-7412-53BB63706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E4141-7FD9-A70E-B855-01DE588D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4F14F-73B7-1DF9-181B-2EE6E4D6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686DC-DDF6-317E-D60A-0E92FFE4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6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64DC-F913-BD05-D863-E0EE8AEB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90802-8B4C-FE52-3DFE-BEDE1F43F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548F4-07FE-E5B5-90DC-586FFD12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F1EDE-F117-FE08-5E73-D341075E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67F30-06EB-5F6A-9F41-351E4D15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4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A6653-EC41-D810-58E5-732D95E5C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4585A-4931-0A9C-8901-8A22B9AA0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3C7DB-9105-FA75-EABC-7A2866CD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DD205-0BF4-4362-FEEF-009B33C6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F7634-1086-2C50-1758-757D9857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5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0556B-EFE4-F478-0090-47DC3D82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F4A65-D510-84B8-55E0-A0D405F49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20405-6FA2-2C74-0101-9696E5DB3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91C93-2622-458D-B7C0-570019C9BE2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1B2E-990E-67AA-841A-2792D49B8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45A18-5635-E061-B4E4-DB098ACB7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47497-575C-40E1-AB62-AB517BCB8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5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7F45-4F2B-6E52-D9D2-EEC6AB95B5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Acoustic scattering benchmarking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3AE9D-0725-4F00-C019-ABED5F57C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9550" y="3509963"/>
            <a:ext cx="9144000" cy="1655762"/>
          </a:xfrm>
        </p:spPr>
        <p:txBody>
          <a:bodyPr/>
          <a:lstStyle/>
          <a:p>
            <a:r>
              <a:rPr lang="en-US"/>
              <a:t>08142026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2F5ED-9AE8-94C6-86A1-255CB4A18478}"/>
              </a:ext>
            </a:extLst>
          </p:cNvPr>
          <p:cNvSpPr txBox="1"/>
          <p:nvPr/>
        </p:nvSpPr>
        <p:spPr>
          <a:xfrm>
            <a:off x="3448050" y="4974233"/>
            <a:ext cx="6127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Radius of sphere for all models: 5 cm</a:t>
            </a:r>
          </a:p>
          <a:p>
            <a:r>
              <a:rPr lang="en-US" dirty="0"/>
              <a:t>Radius of water domain for COMSOL models: 10 cm</a:t>
            </a:r>
          </a:p>
          <a:p>
            <a:r>
              <a:rPr lang="en-US" dirty="0"/>
              <a:t>Thickness of PML layer for COMSOL models: 1 cm</a:t>
            </a:r>
          </a:p>
        </p:txBody>
      </p:sp>
    </p:spTree>
    <p:extLst>
      <p:ext uri="{BB962C8B-B14F-4D97-AF65-F5344CB8AC3E}">
        <p14:creationId xmlns:p14="http://schemas.microsoft.com/office/powerpoint/2010/main" val="300842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5D3B-5A25-12BA-FE69-4C742E0D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9AB5-CD00-5840-D111-C46545A90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B1920C-FAA1-2B81-E233-C8609F799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549" y="402656"/>
            <a:ext cx="7759309" cy="511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5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989A-D0DF-4771-5E3E-8F09D58D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EBB1-83EB-3DF0-7C90-3419FA439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677289-E923-D7B4-6734-43967861E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26" y="681037"/>
            <a:ext cx="7514144" cy="49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70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E36E-C6B5-8643-4E1B-7EFA88C3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8DD90-847F-F80F-68E6-CECFE2E5D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CC406-49E4-433A-8A74-54B3962E4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628" y="650999"/>
            <a:ext cx="7523799" cy="49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28C5-1839-48AB-E452-97DC924A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CED435D-89BE-8CBE-439D-64C601BA7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16" y="711200"/>
            <a:ext cx="8251887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7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Acoustic scattering benchmarking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Chhaya</dc:creator>
  <cp:lastModifiedBy>Vaibhav Chhaya</cp:lastModifiedBy>
  <cp:revision>2</cp:revision>
  <dcterms:created xsi:type="dcterms:W3CDTF">2026-08-14T23:52:01Z</dcterms:created>
  <dcterms:modified xsi:type="dcterms:W3CDTF">2026-09-02T19:01:30Z</dcterms:modified>
</cp:coreProperties>
</file>