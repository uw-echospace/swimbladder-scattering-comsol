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2" r:id="rId6"/>
    <p:sldId id="261" r:id="rId7"/>
    <p:sldId id="263" r:id="rId8"/>
    <p:sldId id="274" r:id="rId9"/>
    <p:sldId id="275" r:id="rId10"/>
    <p:sldId id="264" r:id="rId11"/>
    <p:sldId id="265" r:id="rId12"/>
    <p:sldId id="267" r:id="rId13"/>
    <p:sldId id="277" r:id="rId14"/>
    <p:sldId id="276" r:id="rId15"/>
    <p:sldId id="266" r:id="rId16"/>
    <p:sldId id="273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3D6"/>
    <a:srgbClr val="F1F7F7"/>
    <a:srgbClr val="FBF4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84010B-1923-4B5E-967E-EE23AF60143A}" v="1156" dt="2026-08-20T21:08:33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Chhaya" userId="a5a3496d-7e60-45db-bef7-e6109433c692" providerId="ADAL" clId="{D43A7060-320F-4D8E-9606-4EDDC0978DA8}"/>
    <pc:docChg chg="addSld delSld modSld">
      <pc:chgData name="Vaibhav Chhaya" userId="a5a3496d-7e60-45db-bef7-e6109433c692" providerId="ADAL" clId="{D43A7060-320F-4D8E-9606-4EDDC0978DA8}" dt="2026-08-20T18:59:21.363" v="169" actId="5793"/>
      <pc:docMkLst>
        <pc:docMk/>
      </pc:docMkLst>
      <pc:sldChg chg="modSp">
        <pc:chgData name="Vaibhav Chhaya" userId="a5a3496d-7e60-45db-bef7-e6109433c692" providerId="ADAL" clId="{D43A7060-320F-4D8E-9606-4EDDC0978DA8}" dt="2026-08-20T18:58:16.850" v="134" actId="20577"/>
        <pc:sldMkLst>
          <pc:docMk/>
          <pc:sldMk cId="4257799991" sldId="267"/>
        </pc:sldMkLst>
        <pc:spChg chg="mod">
          <ac:chgData name="Vaibhav Chhaya" userId="a5a3496d-7e60-45db-bef7-e6109433c692" providerId="ADAL" clId="{D43A7060-320F-4D8E-9606-4EDDC0978DA8}" dt="2026-08-20T18:58:16.850" v="134" actId="20577"/>
          <ac:spMkLst>
            <pc:docMk/>
            <pc:sldMk cId="4257799991" sldId="267"/>
            <ac:spMk id="3" creationId="{A72C8A24-9B6B-CE17-67B4-771AC683DACF}"/>
          </ac:spMkLst>
        </pc:spChg>
      </pc:sldChg>
      <pc:sldChg chg="addSp modSp">
        <pc:chgData name="Vaibhav Chhaya" userId="a5a3496d-7e60-45db-bef7-e6109433c692" providerId="ADAL" clId="{D43A7060-320F-4D8E-9606-4EDDC0978DA8}" dt="2026-08-20T18:54:30.700" v="31" actId="207"/>
        <pc:sldMkLst>
          <pc:docMk/>
          <pc:sldMk cId="242138800" sldId="270"/>
        </pc:sldMkLst>
        <pc:spChg chg="mod">
          <ac:chgData name="Vaibhav Chhaya" userId="a5a3496d-7e60-45db-bef7-e6109433c692" providerId="ADAL" clId="{D43A7060-320F-4D8E-9606-4EDDC0978DA8}" dt="2026-08-20T18:46:03.729" v="7" actId="1076"/>
          <ac:spMkLst>
            <pc:docMk/>
            <pc:sldMk cId="242138800" sldId="270"/>
            <ac:spMk id="2" creationId="{15449FEF-A1AC-9359-81FF-1891716FEF11}"/>
          </ac:spMkLst>
        </pc:spChg>
        <pc:spChg chg="add mod">
          <ac:chgData name="Vaibhav Chhaya" userId="a5a3496d-7e60-45db-bef7-e6109433c692" providerId="ADAL" clId="{D43A7060-320F-4D8E-9606-4EDDC0978DA8}" dt="2026-08-20T18:52:56.274" v="21" actId="207"/>
          <ac:spMkLst>
            <pc:docMk/>
            <pc:sldMk cId="242138800" sldId="270"/>
            <ac:spMk id="8" creationId="{AC560B0F-8C95-434D-B71E-DAE441D1E7A5}"/>
          </ac:spMkLst>
        </pc:spChg>
        <pc:spChg chg="add mod">
          <ac:chgData name="Vaibhav Chhaya" userId="a5a3496d-7e60-45db-bef7-e6109433c692" providerId="ADAL" clId="{D43A7060-320F-4D8E-9606-4EDDC0978DA8}" dt="2026-08-20T18:54:30.700" v="31" actId="207"/>
          <ac:spMkLst>
            <pc:docMk/>
            <pc:sldMk cId="242138800" sldId="270"/>
            <ac:spMk id="9" creationId="{8426A3D8-AAD3-487B-85F5-812521801F2D}"/>
          </ac:spMkLst>
        </pc:spChg>
        <pc:picChg chg="mod">
          <ac:chgData name="Vaibhav Chhaya" userId="a5a3496d-7e60-45db-bef7-e6109433c692" providerId="ADAL" clId="{D43A7060-320F-4D8E-9606-4EDDC0978DA8}" dt="2026-08-20T18:47:18.905" v="14" actId="1076"/>
          <ac:picMkLst>
            <pc:docMk/>
            <pc:sldMk cId="242138800" sldId="270"/>
            <ac:picMk id="4" creationId="{E332071F-2C7E-567D-47FE-FCDEF2976EDB}"/>
          </ac:picMkLst>
        </pc:picChg>
        <pc:picChg chg="add mod">
          <ac:chgData name="Vaibhav Chhaya" userId="a5a3496d-7e60-45db-bef7-e6109433c692" providerId="ADAL" clId="{D43A7060-320F-4D8E-9606-4EDDC0978DA8}" dt="2026-08-20T18:52:24.762" v="17" actId="688"/>
          <ac:picMkLst>
            <pc:docMk/>
            <pc:sldMk cId="242138800" sldId="270"/>
            <ac:picMk id="5" creationId="{A701B88B-369A-4543-8CB8-678AAF605233}"/>
          </ac:picMkLst>
        </pc:picChg>
        <pc:picChg chg="add mod">
          <ac:chgData name="Vaibhav Chhaya" userId="a5a3496d-7e60-45db-bef7-e6109433c692" providerId="ADAL" clId="{D43A7060-320F-4D8E-9606-4EDDC0978DA8}" dt="2026-08-20T18:47:07.074" v="12" actId="1076"/>
          <ac:picMkLst>
            <pc:docMk/>
            <pc:sldMk cId="242138800" sldId="270"/>
            <ac:picMk id="7" creationId="{FAA889D5-840C-4097-8201-C774902F8BFD}"/>
          </ac:picMkLst>
        </pc:picChg>
      </pc:sldChg>
      <pc:sldChg chg="modSp">
        <pc:chgData name="Vaibhav Chhaya" userId="a5a3496d-7e60-45db-bef7-e6109433c692" providerId="ADAL" clId="{D43A7060-320F-4D8E-9606-4EDDC0978DA8}" dt="2026-08-20T18:59:21.363" v="169" actId="5793"/>
        <pc:sldMkLst>
          <pc:docMk/>
          <pc:sldMk cId="1877960532" sldId="271"/>
        </pc:sldMkLst>
        <pc:spChg chg="mod">
          <ac:chgData name="Vaibhav Chhaya" userId="a5a3496d-7e60-45db-bef7-e6109433c692" providerId="ADAL" clId="{D43A7060-320F-4D8E-9606-4EDDC0978DA8}" dt="2026-08-20T18:59:21.363" v="169" actId="5793"/>
          <ac:spMkLst>
            <pc:docMk/>
            <pc:sldMk cId="1877960532" sldId="271"/>
            <ac:spMk id="3" creationId="{318F314A-E79A-E1CD-3F0A-AA05EBE3C2F7}"/>
          </ac:spMkLst>
        </pc:spChg>
      </pc:sldChg>
      <pc:sldChg chg="add del">
        <pc:chgData name="Vaibhav Chhaya" userId="a5a3496d-7e60-45db-bef7-e6109433c692" providerId="ADAL" clId="{D43A7060-320F-4D8E-9606-4EDDC0978DA8}" dt="2026-08-20T18:54:45.707" v="32" actId="2696"/>
        <pc:sldMkLst>
          <pc:docMk/>
          <pc:sldMk cId="441220380" sldId="277"/>
        </pc:sldMkLst>
      </pc:sldChg>
      <pc:sldChg chg="modSp add">
        <pc:chgData name="Vaibhav Chhaya" userId="a5a3496d-7e60-45db-bef7-e6109433c692" providerId="ADAL" clId="{D43A7060-320F-4D8E-9606-4EDDC0978DA8}" dt="2026-08-20T18:58:31.883" v="166" actId="122"/>
        <pc:sldMkLst>
          <pc:docMk/>
          <pc:sldMk cId="4074793304" sldId="277"/>
        </pc:sldMkLst>
        <pc:spChg chg="mod">
          <ac:chgData name="Vaibhav Chhaya" userId="a5a3496d-7e60-45db-bef7-e6109433c692" providerId="ADAL" clId="{D43A7060-320F-4D8E-9606-4EDDC0978DA8}" dt="2026-08-20T18:58:31.883" v="166" actId="122"/>
          <ac:spMkLst>
            <pc:docMk/>
            <pc:sldMk cId="4074793304" sldId="277"/>
            <ac:spMk id="2" creationId="{90ED0EAE-719E-4925-B52F-69FF6CC268C7}"/>
          </ac:spMkLst>
        </pc:spChg>
      </pc:sldChg>
    </pc:docChg>
  </pc:docChgLst>
  <pc:docChgLst>
    <pc:chgData name="Vaibhav Chhaya" userId="a5a3496d-7e60-45db-bef7-e6109433c692" providerId="ADAL" clId="{364F34DE-063A-57AD-9836-9C2325EF9542}"/>
    <pc:docChg chg="delSld modSld">
      <pc:chgData name="Vaibhav Chhaya" userId="a5a3496d-7e60-45db-bef7-e6109433c692" providerId="ADAL" clId="{364F34DE-063A-57AD-9836-9C2325EF9542}" dt="2026-08-20T17:41:06.440" v="75" actId="14100"/>
      <pc:docMkLst>
        <pc:docMk/>
      </pc:docMkLst>
      <pc:sldChg chg="addSp delSp modSp mod">
        <pc:chgData name="Vaibhav Chhaya" userId="a5a3496d-7e60-45db-bef7-e6109433c692" providerId="ADAL" clId="{364F34DE-063A-57AD-9836-9C2325EF9542}" dt="2026-08-20T17:41:06.440" v="75" actId="14100"/>
        <pc:sldMkLst>
          <pc:docMk/>
          <pc:sldMk cId="242138800" sldId="270"/>
        </pc:sldMkLst>
        <pc:spChg chg="mod">
          <ac:chgData name="Vaibhav Chhaya" userId="a5a3496d-7e60-45db-bef7-e6109433c692" providerId="ADAL" clId="{364F34DE-063A-57AD-9836-9C2325EF9542}" dt="2026-08-20T17:34:02.184" v="69" actId="2711"/>
          <ac:spMkLst>
            <pc:docMk/>
            <pc:sldMk cId="242138800" sldId="270"/>
            <ac:spMk id="2" creationId="{15449FEF-A1AC-9359-81FF-1891716FEF11}"/>
          </ac:spMkLst>
        </pc:spChg>
        <pc:spChg chg="del mod">
          <ac:chgData name="Vaibhav Chhaya" userId="a5a3496d-7e60-45db-bef7-e6109433c692" providerId="ADAL" clId="{364F34DE-063A-57AD-9836-9C2325EF9542}" dt="2026-08-20T17:40:57.389" v="71"/>
          <ac:spMkLst>
            <pc:docMk/>
            <pc:sldMk cId="242138800" sldId="270"/>
            <ac:spMk id="3" creationId="{6116698D-59D3-6D5E-4CF8-C3589E4C95C5}"/>
          </ac:spMkLst>
        </pc:spChg>
        <pc:picChg chg="add mod">
          <ac:chgData name="Vaibhav Chhaya" userId="a5a3496d-7e60-45db-bef7-e6109433c692" providerId="ADAL" clId="{364F34DE-063A-57AD-9836-9C2325EF9542}" dt="2026-08-20T17:41:06.440" v="75" actId="14100"/>
          <ac:picMkLst>
            <pc:docMk/>
            <pc:sldMk cId="242138800" sldId="270"/>
            <ac:picMk id="4" creationId="{E332071F-2C7E-567D-47FE-FCDEF2976EDB}"/>
          </ac:picMkLst>
        </pc:picChg>
      </pc:sldChg>
      <pc:sldChg chg="modSp mod">
        <pc:chgData name="Vaibhav Chhaya" userId="a5a3496d-7e60-45db-bef7-e6109433c692" providerId="ADAL" clId="{364F34DE-063A-57AD-9836-9C2325EF9542}" dt="2026-08-20T17:33:51.069" v="68" actId="2711"/>
        <pc:sldMkLst>
          <pc:docMk/>
          <pc:sldMk cId="1877960532" sldId="271"/>
        </pc:sldMkLst>
        <pc:spChg chg="mod">
          <ac:chgData name="Vaibhav Chhaya" userId="a5a3496d-7e60-45db-bef7-e6109433c692" providerId="ADAL" clId="{364F34DE-063A-57AD-9836-9C2325EF9542}" dt="2026-08-20T17:33:51.069" v="68" actId="2711"/>
          <ac:spMkLst>
            <pc:docMk/>
            <pc:sldMk cId="1877960532" sldId="271"/>
            <ac:spMk id="2" creationId="{1A15AC2B-7901-3D78-4358-A81C336A801F}"/>
          </ac:spMkLst>
        </pc:spChg>
      </pc:sldChg>
      <pc:sldChg chg="del">
        <pc:chgData name="Vaibhav Chhaya" userId="a5a3496d-7e60-45db-bef7-e6109433c692" providerId="ADAL" clId="{364F34DE-063A-57AD-9836-9C2325EF9542}" dt="2026-08-20T17:33:07.295" v="21" actId="2696"/>
        <pc:sldMkLst>
          <pc:docMk/>
          <pc:sldMk cId="3577380482" sldId="272"/>
        </pc:sldMkLst>
      </pc:sldChg>
    </pc:docChg>
  </pc:docChgLst>
  <pc:docChgLst>
    <pc:chgData name="Vaibhav Chhaya" userId="a5a3496d-7e60-45db-bef7-e6109433c692" providerId="ADAL" clId="{4565EB2D-F28D-4B9F-849B-38E60B1F6E10}"/>
    <pc:docChg chg="undo custSel addSld delSld modSld sldOrd">
      <pc:chgData name="Vaibhav Chhaya" userId="a5a3496d-7e60-45db-bef7-e6109433c692" providerId="ADAL" clId="{4565EB2D-F28D-4B9F-849B-38E60B1F6E10}" dt="2026-08-20T21:08:33.639" v="1843" actId="1076"/>
      <pc:docMkLst>
        <pc:docMk/>
      </pc:docMkLst>
      <pc:sldChg chg="modSp mod">
        <pc:chgData name="Vaibhav Chhaya" userId="a5a3496d-7e60-45db-bef7-e6109433c692" providerId="ADAL" clId="{4565EB2D-F28D-4B9F-849B-38E60B1F6E10}" dt="2026-08-19T22:56:44.659" v="1284" actId="113"/>
        <pc:sldMkLst>
          <pc:docMk/>
          <pc:sldMk cId="92662818" sldId="257"/>
        </pc:sldMkLst>
        <pc:spChg chg="mod">
          <ac:chgData name="Vaibhav Chhaya" userId="a5a3496d-7e60-45db-bef7-e6109433c692" providerId="ADAL" clId="{4565EB2D-F28D-4B9F-849B-38E60B1F6E10}" dt="2026-08-19T22:56:44.659" v="1284" actId="113"/>
          <ac:spMkLst>
            <pc:docMk/>
            <pc:sldMk cId="92662818" sldId="257"/>
            <ac:spMk id="2" creationId="{F9931C7D-2F7D-42BE-2BE0-A1063725FF7E}"/>
          </ac:spMkLst>
        </pc:spChg>
      </pc:sldChg>
      <pc:sldChg chg="modSp mod">
        <pc:chgData name="Vaibhav Chhaya" userId="a5a3496d-7e60-45db-bef7-e6109433c692" providerId="ADAL" clId="{4565EB2D-F28D-4B9F-849B-38E60B1F6E10}" dt="2026-08-19T22:57:02.849" v="1285" actId="113"/>
        <pc:sldMkLst>
          <pc:docMk/>
          <pc:sldMk cId="1259329487" sldId="259"/>
        </pc:sldMkLst>
        <pc:spChg chg="mod">
          <ac:chgData name="Vaibhav Chhaya" userId="a5a3496d-7e60-45db-bef7-e6109433c692" providerId="ADAL" clId="{4565EB2D-F28D-4B9F-849B-38E60B1F6E10}" dt="2026-08-19T22:57:02.849" v="1285" actId="113"/>
          <ac:spMkLst>
            <pc:docMk/>
            <pc:sldMk cId="1259329487" sldId="259"/>
            <ac:spMk id="2" creationId="{D5FF8121-E024-1391-05C4-0A6D5A346B30}"/>
          </ac:spMkLst>
        </pc:spChg>
      </pc:sldChg>
      <pc:sldChg chg="addSp delSp modSp mod">
        <pc:chgData name="Vaibhav Chhaya" userId="a5a3496d-7e60-45db-bef7-e6109433c692" providerId="ADAL" clId="{4565EB2D-F28D-4B9F-849B-38E60B1F6E10}" dt="2026-08-19T22:47:02.961" v="1248" actId="20577"/>
        <pc:sldMkLst>
          <pc:docMk/>
          <pc:sldMk cId="4038759038" sldId="260"/>
        </pc:sldMkLst>
        <pc:spChg chg="mod">
          <ac:chgData name="Vaibhav Chhaya" userId="a5a3496d-7e60-45db-bef7-e6109433c692" providerId="ADAL" clId="{4565EB2D-F28D-4B9F-849B-38E60B1F6E10}" dt="2026-08-19T22:47:02.961" v="1248" actId="20577"/>
          <ac:spMkLst>
            <pc:docMk/>
            <pc:sldMk cId="4038759038" sldId="260"/>
            <ac:spMk id="2" creationId="{C7C4866D-7E06-A620-87A2-754927848AA1}"/>
          </ac:spMkLst>
        </pc:spChg>
        <pc:spChg chg="add mod">
          <ac:chgData name="Vaibhav Chhaya" userId="a5a3496d-7e60-45db-bef7-e6109433c692" providerId="ADAL" clId="{4565EB2D-F28D-4B9F-849B-38E60B1F6E10}" dt="2026-08-19T22:40:14.364" v="1197" actId="404"/>
          <ac:spMkLst>
            <pc:docMk/>
            <pc:sldMk cId="4038759038" sldId="260"/>
            <ac:spMk id="3" creationId="{DE752157-C7BF-5508-E138-58548784AF7B}"/>
          </ac:spMkLst>
        </pc:spChg>
        <pc:spChg chg="add mod">
          <ac:chgData name="Vaibhav Chhaya" userId="a5a3496d-7e60-45db-bef7-e6109433c692" providerId="ADAL" clId="{4565EB2D-F28D-4B9F-849B-38E60B1F6E10}" dt="2026-08-19T22:40:25.904" v="1203" actId="1076"/>
          <ac:spMkLst>
            <pc:docMk/>
            <pc:sldMk cId="4038759038" sldId="260"/>
            <ac:spMk id="5" creationId="{FF5EC934-39DC-F5A6-2C05-B5ADA9E281B9}"/>
          </ac:spMkLst>
        </pc:spChg>
        <pc:spChg chg="add mod">
          <ac:chgData name="Vaibhav Chhaya" userId="a5a3496d-7e60-45db-bef7-e6109433c692" providerId="ADAL" clId="{4565EB2D-F28D-4B9F-849B-38E60B1F6E10}" dt="2026-08-19T22:40:35.181" v="1206" actId="1076"/>
          <ac:spMkLst>
            <pc:docMk/>
            <pc:sldMk cId="4038759038" sldId="260"/>
            <ac:spMk id="16" creationId="{2CDCBCA8-3057-BB15-9DB7-9030720452B0}"/>
          </ac:spMkLst>
        </pc:spChg>
        <pc:spChg chg="mod">
          <ac:chgData name="Vaibhav Chhaya" userId="a5a3496d-7e60-45db-bef7-e6109433c692" providerId="ADAL" clId="{4565EB2D-F28D-4B9F-849B-38E60B1F6E10}" dt="2026-08-19T22:39:53.621" v="1186" actId="164"/>
          <ac:spMkLst>
            <pc:docMk/>
            <pc:sldMk cId="4038759038" sldId="260"/>
            <ac:spMk id="31" creationId="{4C200D99-32D6-CC79-D3A6-1EF0F5C46B6B}"/>
          </ac:spMkLst>
        </pc:spChg>
        <pc:spChg chg="mod">
          <ac:chgData name="Vaibhav Chhaya" userId="a5a3496d-7e60-45db-bef7-e6109433c692" providerId="ADAL" clId="{4565EB2D-F28D-4B9F-849B-38E60B1F6E10}" dt="2026-08-19T22:39:53.621" v="1186" actId="164"/>
          <ac:spMkLst>
            <pc:docMk/>
            <pc:sldMk cId="4038759038" sldId="260"/>
            <ac:spMk id="32" creationId="{1F0B56C1-EF14-8CD5-0448-C59F50A721BC}"/>
          </ac:spMkLst>
        </pc:spChg>
        <pc:grpChg chg="add mod">
          <ac:chgData name="Vaibhav Chhaya" userId="a5a3496d-7e60-45db-bef7-e6109433c692" providerId="ADAL" clId="{4565EB2D-F28D-4B9F-849B-38E60B1F6E10}" dt="2026-08-19T22:45:12.903" v="1212" actId="1076"/>
          <ac:grpSpMkLst>
            <pc:docMk/>
            <pc:sldMk cId="4038759038" sldId="260"/>
            <ac:grpSpMk id="17" creationId="{5940E98E-8773-BB80-3C59-1237D3EAA034}"/>
          </ac:grpSpMkLst>
        </pc:grpChg>
        <pc:picChg chg="add del mod">
          <ac:chgData name="Vaibhav Chhaya" userId="a5a3496d-7e60-45db-bef7-e6109433c692" providerId="ADAL" clId="{4565EB2D-F28D-4B9F-849B-38E60B1F6E10}" dt="2026-08-19T22:44:20.548" v="1209" actId="478"/>
          <ac:picMkLst>
            <pc:docMk/>
            <pc:sldMk cId="4038759038" sldId="260"/>
            <ac:picMk id="19" creationId="{7AFA0899-5535-6A2C-DCE1-DCCE992121C6}"/>
          </ac:picMkLst>
        </pc:picChg>
        <pc:picChg chg="add mod modCrop">
          <ac:chgData name="Vaibhav Chhaya" userId="a5a3496d-7e60-45db-bef7-e6109433c692" providerId="ADAL" clId="{4565EB2D-F28D-4B9F-849B-38E60B1F6E10}" dt="2026-08-19T22:46:21.801" v="1218"/>
          <ac:picMkLst>
            <pc:docMk/>
            <pc:sldMk cId="4038759038" sldId="260"/>
            <ac:picMk id="21" creationId="{91B1089E-32EA-10CC-7124-B9452DC56CCC}"/>
          </ac:picMkLst>
        </pc:picChg>
      </pc:sldChg>
      <pc:sldChg chg="addSp delSp modSp mod">
        <pc:chgData name="Vaibhav Chhaya" userId="a5a3496d-7e60-45db-bef7-e6109433c692" providerId="ADAL" clId="{4565EB2D-F28D-4B9F-849B-38E60B1F6E10}" dt="2026-08-19T20:12:20.415" v="536" actId="1076"/>
        <pc:sldMkLst>
          <pc:docMk/>
          <pc:sldMk cId="1356225842" sldId="261"/>
        </pc:sldMkLst>
        <pc:spChg chg="mod">
          <ac:chgData name="Vaibhav Chhaya" userId="a5a3496d-7e60-45db-bef7-e6109433c692" providerId="ADAL" clId="{4565EB2D-F28D-4B9F-849B-38E60B1F6E10}" dt="2026-08-19T20:12:20.415" v="536" actId="1076"/>
          <ac:spMkLst>
            <pc:docMk/>
            <pc:sldMk cId="1356225842" sldId="261"/>
            <ac:spMk id="2" creationId="{2453D13C-47C3-206C-220A-82CE0148555B}"/>
          </ac:spMkLst>
        </pc:spChg>
        <pc:spChg chg="del">
          <ac:chgData name="Vaibhav Chhaya" userId="a5a3496d-7e60-45db-bef7-e6109433c692" providerId="ADAL" clId="{4565EB2D-F28D-4B9F-849B-38E60B1F6E10}" dt="2026-08-19T20:09:49.137" v="492" actId="931"/>
          <ac:spMkLst>
            <pc:docMk/>
            <pc:sldMk cId="1356225842" sldId="261"/>
            <ac:spMk id="3" creationId="{F0B00D30-6B4F-D7C1-5D02-72ACB7CD316A}"/>
          </ac:spMkLst>
        </pc:spChg>
        <pc:spChg chg="add mod">
          <ac:chgData name="Vaibhav Chhaya" userId="a5a3496d-7e60-45db-bef7-e6109433c692" providerId="ADAL" clId="{4565EB2D-F28D-4B9F-849B-38E60B1F6E10}" dt="2026-08-19T20:10:31.620" v="503" actId="1076"/>
          <ac:spMkLst>
            <pc:docMk/>
            <pc:sldMk cId="1356225842" sldId="261"/>
            <ac:spMk id="7" creationId="{5B8039E4-E74A-E98F-40F2-8B3EA39F6B60}"/>
          </ac:spMkLst>
        </pc:spChg>
        <pc:spChg chg="add mod">
          <ac:chgData name="Vaibhav Chhaya" userId="a5a3496d-7e60-45db-bef7-e6109433c692" providerId="ADAL" clId="{4565EB2D-F28D-4B9F-849B-38E60B1F6E10}" dt="2026-08-19T20:10:31.620" v="503" actId="1076"/>
          <ac:spMkLst>
            <pc:docMk/>
            <pc:sldMk cId="1356225842" sldId="261"/>
            <ac:spMk id="9" creationId="{381A253D-33ED-CD69-9C7E-5C5BE0DAA81E}"/>
          </ac:spMkLst>
        </pc:spChg>
        <pc:picChg chg="add mod ord modCrop">
          <ac:chgData name="Vaibhav Chhaya" userId="a5a3496d-7e60-45db-bef7-e6109433c692" providerId="ADAL" clId="{4565EB2D-F28D-4B9F-849B-38E60B1F6E10}" dt="2026-08-19T20:12:17.243" v="535" actId="1076"/>
          <ac:picMkLst>
            <pc:docMk/>
            <pc:sldMk cId="1356225842" sldId="261"/>
            <ac:picMk id="5" creationId="{3352E544-2714-7974-3CF4-922DCECCA05C}"/>
          </ac:picMkLst>
        </pc:picChg>
      </pc:sldChg>
      <pc:sldChg chg="addSp delSp modSp mod">
        <pc:chgData name="Vaibhav Chhaya" userId="a5a3496d-7e60-45db-bef7-e6109433c692" providerId="ADAL" clId="{4565EB2D-F28D-4B9F-849B-38E60B1F6E10}" dt="2026-08-20T20:52:07.638" v="1321" actId="1076"/>
        <pc:sldMkLst>
          <pc:docMk/>
          <pc:sldMk cId="1057571235" sldId="262"/>
        </pc:sldMkLst>
        <pc:spChg chg="mod">
          <ac:chgData name="Vaibhav Chhaya" userId="a5a3496d-7e60-45db-bef7-e6109433c692" providerId="ADAL" clId="{4565EB2D-F28D-4B9F-849B-38E60B1F6E10}" dt="2026-08-19T19:31:17.482" v="42" actId="1076"/>
          <ac:spMkLst>
            <pc:docMk/>
            <pc:sldMk cId="1057571235" sldId="262"/>
            <ac:spMk id="2" creationId="{D6CEC70B-4642-F2A6-1A96-BB412B122496}"/>
          </ac:spMkLst>
        </pc:spChg>
        <pc:spChg chg="del">
          <ac:chgData name="Vaibhav Chhaya" userId="a5a3496d-7e60-45db-bef7-e6109433c692" providerId="ADAL" clId="{4565EB2D-F28D-4B9F-849B-38E60B1F6E10}" dt="2026-08-19T19:31:10.246" v="40" actId="931"/>
          <ac:spMkLst>
            <pc:docMk/>
            <pc:sldMk cId="1057571235" sldId="262"/>
            <ac:spMk id="3" creationId="{726F39D2-3523-487B-5560-C2DFD569275C}"/>
          </ac:spMkLst>
        </pc:spChg>
        <pc:spChg chg="add mod">
          <ac:chgData name="Vaibhav Chhaya" userId="a5a3496d-7e60-45db-bef7-e6109433c692" providerId="ADAL" clId="{4565EB2D-F28D-4B9F-849B-38E60B1F6E10}" dt="2026-08-19T20:10:46.354" v="512" actId="1076"/>
          <ac:spMkLst>
            <pc:docMk/>
            <pc:sldMk cId="1057571235" sldId="262"/>
            <ac:spMk id="7" creationId="{05BE878B-2B47-D627-79DA-BC5A0573EF1F}"/>
          </ac:spMkLst>
        </pc:spChg>
        <pc:spChg chg="add del mod">
          <ac:chgData name="Vaibhav Chhaya" userId="a5a3496d-7e60-45db-bef7-e6109433c692" providerId="ADAL" clId="{4565EB2D-F28D-4B9F-849B-38E60B1F6E10}" dt="2026-08-19T20:10:46.354" v="512" actId="1076"/>
          <ac:spMkLst>
            <pc:docMk/>
            <pc:sldMk cId="1057571235" sldId="262"/>
            <ac:spMk id="9" creationId="{CB01420C-E60B-F76F-B972-F7B9E921CD8A}"/>
          </ac:spMkLst>
        </pc:spChg>
        <pc:picChg chg="add mod ord modCrop">
          <ac:chgData name="Vaibhav Chhaya" userId="a5a3496d-7e60-45db-bef7-e6109433c692" providerId="ADAL" clId="{4565EB2D-F28D-4B9F-849B-38E60B1F6E10}" dt="2026-08-20T20:52:07.638" v="1321" actId="1076"/>
          <ac:picMkLst>
            <pc:docMk/>
            <pc:sldMk cId="1057571235" sldId="262"/>
            <ac:picMk id="5" creationId="{36271513-DA90-D9B4-9D2A-3999EB757558}"/>
          </ac:picMkLst>
        </pc:picChg>
      </pc:sldChg>
      <pc:sldChg chg="addSp delSp modSp mod">
        <pc:chgData name="Vaibhav Chhaya" userId="a5a3496d-7e60-45db-bef7-e6109433c692" providerId="ADAL" clId="{4565EB2D-F28D-4B9F-849B-38E60B1F6E10}" dt="2026-08-19T20:12:03.622" v="534" actId="1076"/>
        <pc:sldMkLst>
          <pc:docMk/>
          <pc:sldMk cId="2386293316" sldId="263"/>
        </pc:sldMkLst>
        <pc:spChg chg="mod">
          <ac:chgData name="Vaibhav Chhaya" userId="a5a3496d-7e60-45db-bef7-e6109433c692" providerId="ADAL" clId="{4565EB2D-F28D-4B9F-849B-38E60B1F6E10}" dt="2026-08-19T20:11:20.478" v="527" actId="1076"/>
          <ac:spMkLst>
            <pc:docMk/>
            <pc:sldMk cId="2386293316" sldId="263"/>
            <ac:spMk id="2" creationId="{17B0C914-F070-DBB0-D09A-52628C2344D8}"/>
          </ac:spMkLst>
        </pc:spChg>
        <pc:spChg chg="del">
          <ac:chgData name="Vaibhav Chhaya" userId="a5a3496d-7e60-45db-bef7-e6109433c692" providerId="ADAL" clId="{4565EB2D-F28D-4B9F-849B-38E60B1F6E10}" dt="2026-08-19T20:11:10.235" v="524" actId="931"/>
          <ac:spMkLst>
            <pc:docMk/>
            <pc:sldMk cId="2386293316" sldId="263"/>
            <ac:spMk id="3" creationId="{E384EB7C-9475-E2B6-2FFD-81080ADD480A}"/>
          </ac:spMkLst>
        </pc:spChg>
        <pc:spChg chg="add mod">
          <ac:chgData name="Vaibhav Chhaya" userId="a5a3496d-7e60-45db-bef7-e6109433c692" providerId="ADAL" clId="{4565EB2D-F28D-4B9F-849B-38E60B1F6E10}" dt="2026-08-19T20:12:03.622" v="534" actId="1076"/>
          <ac:spMkLst>
            <pc:docMk/>
            <pc:sldMk cId="2386293316" sldId="263"/>
            <ac:spMk id="7" creationId="{2A2C3E95-6FB6-62AA-0B14-A20A029C4894}"/>
          </ac:spMkLst>
        </pc:spChg>
        <pc:spChg chg="add mod">
          <ac:chgData name="Vaibhav Chhaya" userId="a5a3496d-7e60-45db-bef7-e6109433c692" providerId="ADAL" clId="{4565EB2D-F28D-4B9F-849B-38E60B1F6E10}" dt="2026-08-19T20:12:03.622" v="534" actId="1076"/>
          <ac:spMkLst>
            <pc:docMk/>
            <pc:sldMk cId="2386293316" sldId="263"/>
            <ac:spMk id="9" creationId="{160A7DD1-32CB-9C9F-C2A0-DC3BCEA4BD44}"/>
          </ac:spMkLst>
        </pc:spChg>
        <pc:picChg chg="add mod ord modCrop">
          <ac:chgData name="Vaibhav Chhaya" userId="a5a3496d-7e60-45db-bef7-e6109433c692" providerId="ADAL" clId="{4565EB2D-F28D-4B9F-849B-38E60B1F6E10}" dt="2026-08-19T20:11:39.300" v="531" actId="1076"/>
          <ac:picMkLst>
            <pc:docMk/>
            <pc:sldMk cId="2386293316" sldId="263"/>
            <ac:picMk id="5" creationId="{3C009135-274B-77B9-2AF7-DA042361F699}"/>
          </ac:picMkLst>
        </pc:picChg>
      </pc:sldChg>
      <pc:sldChg chg="addSp delSp modSp mod">
        <pc:chgData name="Vaibhav Chhaya" userId="a5a3496d-7e60-45db-bef7-e6109433c692" providerId="ADAL" clId="{4565EB2D-F28D-4B9F-849B-38E60B1F6E10}" dt="2026-08-19T20:23:23.474" v="613" actId="1076"/>
        <pc:sldMkLst>
          <pc:docMk/>
          <pc:sldMk cId="2623406413" sldId="264"/>
        </pc:sldMkLst>
        <pc:spChg chg="mod">
          <ac:chgData name="Vaibhav Chhaya" userId="a5a3496d-7e60-45db-bef7-e6109433c692" providerId="ADAL" clId="{4565EB2D-F28D-4B9F-849B-38E60B1F6E10}" dt="2026-08-19T20:22:30.967" v="605" actId="1076"/>
          <ac:spMkLst>
            <pc:docMk/>
            <pc:sldMk cId="2623406413" sldId="264"/>
            <ac:spMk id="2" creationId="{522B1163-E347-1B7B-A0B2-D22069C535A6}"/>
          </ac:spMkLst>
        </pc:spChg>
        <pc:spChg chg="del">
          <ac:chgData name="Vaibhav Chhaya" userId="a5a3496d-7e60-45db-bef7-e6109433c692" providerId="ADAL" clId="{4565EB2D-F28D-4B9F-849B-38E60B1F6E10}" dt="2026-08-19T20:22:25.105" v="602" actId="931"/>
          <ac:spMkLst>
            <pc:docMk/>
            <pc:sldMk cId="2623406413" sldId="264"/>
            <ac:spMk id="3" creationId="{0C2A1E1F-104D-DD42-3877-D9CB24EFE57A}"/>
          </ac:spMkLst>
        </pc:spChg>
        <pc:spChg chg="add mod">
          <ac:chgData name="Vaibhav Chhaya" userId="a5a3496d-7e60-45db-bef7-e6109433c692" providerId="ADAL" clId="{4565EB2D-F28D-4B9F-849B-38E60B1F6E10}" dt="2026-08-19T20:23:23.474" v="613" actId="1076"/>
          <ac:spMkLst>
            <pc:docMk/>
            <pc:sldMk cId="2623406413" sldId="264"/>
            <ac:spMk id="7" creationId="{8F8A3137-D5BA-D978-1076-DD6E4822CB05}"/>
          </ac:spMkLst>
        </pc:spChg>
        <pc:spChg chg="add mod">
          <ac:chgData name="Vaibhav Chhaya" userId="a5a3496d-7e60-45db-bef7-e6109433c692" providerId="ADAL" clId="{4565EB2D-F28D-4B9F-849B-38E60B1F6E10}" dt="2026-08-19T20:23:23.474" v="613" actId="1076"/>
          <ac:spMkLst>
            <pc:docMk/>
            <pc:sldMk cId="2623406413" sldId="264"/>
            <ac:spMk id="9" creationId="{F13295AB-DED7-C539-D23E-50B360D1B18F}"/>
          </ac:spMkLst>
        </pc:spChg>
        <pc:picChg chg="add mod ord modCrop">
          <ac:chgData name="Vaibhav Chhaya" userId="a5a3496d-7e60-45db-bef7-e6109433c692" providerId="ADAL" clId="{4565EB2D-F28D-4B9F-849B-38E60B1F6E10}" dt="2026-08-19T20:22:40.179" v="607" actId="732"/>
          <ac:picMkLst>
            <pc:docMk/>
            <pc:sldMk cId="2623406413" sldId="264"/>
            <ac:picMk id="5" creationId="{1924C156-EA0B-A554-2694-2A1C36BCD0ED}"/>
          </ac:picMkLst>
        </pc:picChg>
      </pc:sldChg>
      <pc:sldChg chg="addSp modSp mod">
        <pc:chgData name="Vaibhav Chhaya" userId="a5a3496d-7e60-45db-bef7-e6109433c692" providerId="ADAL" clId="{4565EB2D-F28D-4B9F-849B-38E60B1F6E10}" dt="2026-08-19T20:25:23.856" v="633" actId="1076"/>
        <pc:sldMkLst>
          <pc:docMk/>
          <pc:sldMk cId="1076156772" sldId="265"/>
        </pc:sldMkLst>
        <pc:spChg chg="mod">
          <ac:chgData name="Vaibhav Chhaya" userId="a5a3496d-7e60-45db-bef7-e6109433c692" providerId="ADAL" clId="{4565EB2D-F28D-4B9F-849B-38E60B1F6E10}" dt="2026-08-19T20:25:23.856" v="633" actId="1076"/>
          <ac:spMkLst>
            <pc:docMk/>
            <pc:sldMk cId="1076156772" sldId="265"/>
            <ac:spMk id="2" creationId="{3F43ADB9-AB6B-C75B-D22D-F78E5C925EBB}"/>
          </ac:spMkLst>
        </pc:spChg>
        <pc:spChg chg="add mod">
          <ac:chgData name="Vaibhav Chhaya" userId="a5a3496d-7e60-45db-bef7-e6109433c692" providerId="ADAL" clId="{4565EB2D-F28D-4B9F-849B-38E60B1F6E10}" dt="2026-08-19T20:25:20.377" v="632"/>
          <ac:spMkLst>
            <pc:docMk/>
            <pc:sldMk cId="1076156772" sldId="265"/>
            <ac:spMk id="7" creationId="{7CFEC3CD-1ED4-B704-1C4A-92B7F042E1D7}"/>
          </ac:spMkLst>
        </pc:spChg>
        <pc:spChg chg="add mod">
          <ac:chgData name="Vaibhav Chhaya" userId="a5a3496d-7e60-45db-bef7-e6109433c692" providerId="ADAL" clId="{4565EB2D-F28D-4B9F-849B-38E60B1F6E10}" dt="2026-08-19T20:25:20.377" v="632"/>
          <ac:spMkLst>
            <pc:docMk/>
            <pc:sldMk cId="1076156772" sldId="265"/>
            <ac:spMk id="9" creationId="{859ECB9B-0A30-614C-12C0-FFE701FB1F78}"/>
          </ac:spMkLst>
        </pc:spChg>
        <pc:picChg chg="add mod">
          <ac:chgData name="Vaibhav Chhaya" userId="a5a3496d-7e60-45db-bef7-e6109433c692" providerId="ADAL" clId="{4565EB2D-F28D-4B9F-849B-38E60B1F6E10}" dt="2026-08-19T20:25:20.377" v="632"/>
          <ac:picMkLst>
            <pc:docMk/>
            <pc:sldMk cId="1076156772" sldId="265"/>
            <ac:picMk id="5" creationId="{A4D4502C-0352-CE6B-56FB-8F1754C0A15B}"/>
          </ac:picMkLst>
        </pc:picChg>
      </pc:sldChg>
      <pc:sldChg chg="addSp delSp modSp mod ord">
        <pc:chgData name="Vaibhav Chhaya" userId="a5a3496d-7e60-45db-bef7-e6109433c692" providerId="ADAL" clId="{4565EB2D-F28D-4B9F-849B-38E60B1F6E10}" dt="2026-08-19T22:36:28.745" v="1016" actId="732"/>
        <pc:sldMkLst>
          <pc:docMk/>
          <pc:sldMk cId="2950256696" sldId="266"/>
        </pc:sldMkLst>
        <pc:spChg chg="mod">
          <ac:chgData name="Vaibhav Chhaya" userId="a5a3496d-7e60-45db-bef7-e6109433c692" providerId="ADAL" clId="{4565EB2D-F28D-4B9F-849B-38E60B1F6E10}" dt="2026-08-19T22:31:37.457" v="1006" actId="1076"/>
          <ac:spMkLst>
            <pc:docMk/>
            <pc:sldMk cId="2950256696" sldId="266"/>
            <ac:spMk id="2" creationId="{9317ED58-947E-0B98-D856-7D1783037A68}"/>
          </ac:spMkLst>
        </pc:spChg>
        <pc:spChg chg="del">
          <ac:chgData name="Vaibhav Chhaya" userId="a5a3496d-7e60-45db-bef7-e6109433c692" providerId="ADAL" clId="{4565EB2D-F28D-4B9F-849B-38E60B1F6E10}" dt="2026-08-19T22:36:03.247" v="1007" actId="931"/>
          <ac:spMkLst>
            <pc:docMk/>
            <pc:sldMk cId="2950256696" sldId="266"/>
            <ac:spMk id="3" creationId="{49500DAB-DA49-F761-DF59-C4F71CB54F80}"/>
          </ac:spMkLst>
        </pc:spChg>
        <pc:picChg chg="add mod ord modCrop">
          <ac:chgData name="Vaibhav Chhaya" userId="a5a3496d-7e60-45db-bef7-e6109433c692" providerId="ADAL" clId="{4565EB2D-F28D-4B9F-849B-38E60B1F6E10}" dt="2026-08-19T22:36:28.745" v="1016" actId="732"/>
          <ac:picMkLst>
            <pc:docMk/>
            <pc:sldMk cId="2950256696" sldId="266"/>
            <ac:picMk id="5" creationId="{42AF5171-D6D5-C616-BC9C-DC61F2496FAF}"/>
          </ac:picMkLst>
        </pc:picChg>
      </pc:sldChg>
      <pc:sldChg chg="addSp delSp modSp mod">
        <pc:chgData name="Vaibhav Chhaya" userId="a5a3496d-7e60-45db-bef7-e6109433c692" providerId="ADAL" clId="{4565EB2D-F28D-4B9F-849B-38E60B1F6E10}" dt="2026-08-19T20:27:50.425" v="904" actId="20577"/>
        <pc:sldMkLst>
          <pc:docMk/>
          <pc:sldMk cId="4257799991" sldId="267"/>
        </pc:sldMkLst>
        <pc:spChg chg="mod">
          <ac:chgData name="Vaibhav Chhaya" userId="a5a3496d-7e60-45db-bef7-e6109433c692" providerId="ADAL" clId="{4565EB2D-F28D-4B9F-849B-38E60B1F6E10}" dt="2026-08-19T20:25:49.851" v="651" actId="20577"/>
          <ac:spMkLst>
            <pc:docMk/>
            <pc:sldMk cId="4257799991" sldId="267"/>
            <ac:spMk id="2" creationId="{1F008F3D-C25F-3707-DD20-2EC2EDE1CD12}"/>
          </ac:spMkLst>
        </pc:spChg>
        <pc:spChg chg="mod">
          <ac:chgData name="Vaibhav Chhaya" userId="a5a3496d-7e60-45db-bef7-e6109433c692" providerId="ADAL" clId="{4565EB2D-F28D-4B9F-849B-38E60B1F6E10}" dt="2026-08-19T20:27:50.425" v="904" actId="20577"/>
          <ac:spMkLst>
            <pc:docMk/>
            <pc:sldMk cId="4257799991" sldId="267"/>
            <ac:spMk id="3" creationId="{A72C8A24-9B6B-CE17-67B4-771AC683DACF}"/>
          </ac:spMkLst>
        </pc:spChg>
        <pc:spChg chg="add del mod">
          <ac:chgData name="Vaibhav Chhaya" userId="a5a3496d-7e60-45db-bef7-e6109433c692" providerId="ADAL" clId="{4565EB2D-F28D-4B9F-849B-38E60B1F6E10}" dt="2026-08-19T19:19:44.715" v="4"/>
          <ac:spMkLst>
            <pc:docMk/>
            <pc:sldMk cId="4257799991" sldId="267"/>
            <ac:spMk id="4" creationId="{1C134F9E-DDCA-C252-A6BE-F0379F72483F}"/>
          </ac:spMkLst>
        </pc:spChg>
      </pc:sldChg>
      <pc:sldChg chg="addSp delSp modSp mod">
        <pc:chgData name="Vaibhav Chhaya" userId="a5a3496d-7e60-45db-bef7-e6109433c692" providerId="ADAL" clId="{4565EB2D-F28D-4B9F-849B-38E60B1F6E10}" dt="2026-08-19T20:08:51.809" v="488" actId="1076"/>
        <pc:sldMkLst>
          <pc:docMk/>
          <pc:sldMk cId="2212238641" sldId="268"/>
        </pc:sldMkLst>
        <pc:spChg chg="mod">
          <ac:chgData name="Vaibhav Chhaya" userId="a5a3496d-7e60-45db-bef7-e6109433c692" providerId="ADAL" clId="{4565EB2D-F28D-4B9F-849B-38E60B1F6E10}" dt="2026-08-19T20:03:07.447" v="176" actId="403"/>
          <ac:spMkLst>
            <pc:docMk/>
            <pc:sldMk cId="2212238641" sldId="268"/>
            <ac:spMk id="2" creationId="{77A318A4-052A-53B5-9113-893B6DCCD63D}"/>
          </ac:spMkLst>
        </pc:spChg>
        <pc:spChg chg="del">
          <ac:chgData name="Vaibhav Chhaya" userId="a5a3496d-7e60-45db-bef7-e6109433c692" providerId="ADAL" clId="{4565EB2D-F28D-4B9F-849B-38E60B1F6E10}" dt="2026-08-19T20:01:34.350" v="145" actId="931"/>
          <ac:spMkLst>
            <pc:docMk/>
            <pc:sldMk cId="2212238641" sldId="268"/>
            <ac:spMk id="3" creationId="{A878FB49-F5D9-1161-7D53-2D1289477003}"/>
          </ac:spMkLst>
        </pc:spChg>
        <pc:spChg chg="add mod">
          <ac:chgData name="Vaibhav Chhaya" userId="a5a3496d-7e60-45db-bef7-e6109433c692" providerId="ADAL" clId="{4565EB2D-F28D-4B9F-849B-38E60B1F6E10}" dt="2026-08-19T20:07:12.464" v="438" actId="1076"/>
          <ac:spMkLst>
            <pc:docMk/>
            <pc:sldMk cId="2212238641" sldId="268"/>
            <ac:spMk id="8" creationId="{F14867A2-7E8C-682C-E9F9-71860D2BB85E}"/>
          </ac:spMkLst>
        </pc:spChg>
        <pc:picChg chg="add mod ord">
          <ac:chgData name="Vaibhav Chhaya" userId="a5a3496d-7e60-45db-bef7-e6109433c692" providerId="ADAL" clId="{4565EB2D-F28D-4B9F-849B-38E60B1F6E10}" dt="2026-08-19T20:07:14.724" v="439" actId="1076"/>
          <ac:picMkLst>
            <pc:docMk/>
            <pc:sldMk cId="2212238641" sldId="268"/>
            <ac:picMk id="5" creationId="{B008F1F9-C047-BEE5-7BED-68332B33848C}"/>
          </ac:picMkLst>
        </pc:picChg>
        <pc:picChg chg="add mod modCrop">
          <ac:chgData name="Vaibhav Chhaya" userId="a5a3496d-7e60-45db-bef7-e6109433c692" providerId="ADAL" clId="{4565EB2D-F28D-4B9F-849B-38E60B1F6E10}" dt="2026-08-19T20:08:51.809" v="488" actId="1076"/>
          <ac:picMkLst>
            <pc:docMk/>
            <pc:sldMk cId="2212238641" sldId="268"/>
            <ac:picMk id="7" creationId="{707B2AC7-8392-B59D-4974-051D49E4B7E2}"/>
          </ac:picMkLst>
        </pc:picChg>
      </pc:sldChg>
      <pc:sldChg chg="addSp delSp modSp mod">
        <pc:chgData name="Vaibhav Chhaya" userId="a5a3496d-7e60-45db-bef7-e6109433c692" providerId="ADAL" clId="{4565EB2D-F28D-4B9F-849B-38E60B1F6E10}" dt="2026-08-19T20:08:46.538" v="486" actId="1076"/>
        <pc:sldMkLst>
          <pc:docMk/>
          <pc:sldMk cId="3302838179" sldId="269"/>
        </pc:sldMkLst>
        <pc:spChg chg="mod">
          <ac:chgData name="Vaibhav Chhaya" userId="a5a3496d-7e60-45db-bef7-e6109433c692" providerId="ADAL" clId="{4565EB2D-F28D-4B9F-849B-38E60B1F6E10}" dt="2026-08-19T20:03:18.542" v="178" actId="20577"/>
          <ac:spMkLst>
            <pc:docMk/>
            <pc:sldMk cId="3302838179" sldId="269"/>
            <ac:spMk id="2" creationId="{C4F40FEE-726E-B828-B07B-DFCCFE7E55E1}"/>
          </ac:spMkLst>
        </pc:spChg>
        <pc:spChg chg="del">
          <ac:chgData name="Vaibhav Chhaya" userId="a5a3496d-7e60-45db-bef7-e6109433c692" providerId="ADAL" clId="{4565EB2D-F28D-4B9F-849B-38E60B1F6E10}" dt="2026-08-19T20:03:53.878" v="224" actId="931"/>
          <ac:spMkLst>
            <pc:docMk/>
            <pc:sldMk cId="3302838179" sldId="269"/>
            <ac:spMk id="3" creationId="{AD656283-8089-10CF-F844-4D4871D6385A}"/>
          </ac:spMkLst>
        </pc:spChg>
        <pc:spChg chg="add mod">
          <ac:chgData name="Vaibhav Chhaya" userId="a5a3496d-7e60-45db-bef7-e6109433c692" providerId="ADAL" clId="{4565EB2D-F28D-4B9F-849B-38E60B1F6E10}" dt="2026-08-19T20:03:45.447" v="223" actId="1076"/>
          <ac:spMkLst>
            <pc:docMk/>
            <pc:sldMk cId="3302838179" sldId="269"/>
            <ac:spMk id="4" creationId="{DCCC718E-954C-F1A2-D9AE-307F60B59E33}"/>
          </ac:spMkLst>
        </pc:spChg>
        <pc:spChg chg="add mod">
          <ac:chgData name="Vaibhav Chhaya" userId="a5a3496d-7e60-45db-bef7-e6109433c692" providerId="ADAL" clId="{4565EB2D-F28D-4B9F-849B-38E60B1F6E10}" dt="2026-08-19T20:08:39.571" v="485" actId="20577"/>
          <ac:spMkLst>
            <pc:docMk/>
            <pc:sldMk cId="3302838179" sldId="269"/>
            <ac:spMk id="10" creationId="{01917749-A17D-37F8-2792-B1F41B4DFB01}"/>
          </ac:spMkLst>
        </pc:spChg>
        <pc:picChg chg="add mod ord">
          <ac:chgData name="Vaibhav Chhaya" userId="a5a3496d-7e60-45db-bef7-e6109433c692" providerId="ADAL" clId="{4565EB2D-F28D-4B9F-849B-38E60B1F6E10}" dt="2026-08-19T20:07:29.933" v="440" actId="1076"/>
          <ac:picMkLst>
            <pc:docMk/>
            <pc:sldMk cId="3302838179" sldId="269"/>
            <ac:picMk id="6" creationId="{D160038A-412D-71D2-B24C-00C1CC3CA909}"/>
          </ac:picMkLst>
        </pc:picChg>
        <pc:picChg chg="add mod">
          <ac:chgData name="Vaibhav Chhaya" userId="a5a3496d-7e60-45db-bef7-e6109433c692" providerId="ADAL" clId="{4565EB2D-F28D-4B9F-849B-38E60B1F6E10}" dt="2026-08-19T20:08:46.538" v="486" actId="1076"/>
          <ac:picMkLst>
            <pc:docMk/>
            <pc:sldMk cId="3302838179" sldId="269"/>
            <ac:picMk id="8" creationId="{0A424113-8794-68E6-E989-24E452642B6F}"/>
          </ac:picMkLst>
        </pc:picChg>
      </pc:sldChg>
      <pc:sldChg chg="modSp mod">
        <pc:chgData name="Vaibhav Chhaya" userId="a5a3496d-7e60-45db-bef7-e6109433c692" providerId="ADAL" clId="{4565EB2D-F28D-4B9F-849B-38E60B1F6E10}" dt="2026-08-20T21:05:41.252" v="1816" actId="20577"/>
        <pc:sldMkLst>
          <pc:docMk/>
          <pc:sldMk cId="1877960532" sldId="271"/>
        </pc:sldMkLst>
        <pc:spChg chg="mod">
          <ac:chgData name="Vaibhav Chhaya" userId="a5a3496d-7e60-45db-bef7-e6109433c692" providerId="ADAL" clId="{4565EB2D-F28D-4B9F-849B-38E60B1F6E10}" dt="2026-08-20T21:05:41.252" v="1816" actId="20577"/>
          <ac:spMkLst>
            <pc:docMk/>
            <pc:sldMk cId="1877960532" sldId="271"/>
            <ac:spMk id="3" creationId="{318F314A-E79A-E1CD-3F0A-AA05EBE3C2F7}"/>
          </ac:spMkLst>
        </pc:spChg>
      </pc:sldChg>
      <pc:sldChg chg="addSp delSp modSp new mod ord">
        <pc:chgData name="Vaibhav Chhaya" userId="a5a3496d-7e60-45db-bef7-e6109433c692" providerId="ADAL" clId="{4565EB2D-F28D-4B9F-849B-38E60B1F6E10}" dt="2026-08-19T20:25:18.395" v="631" actId="21"/>
        <pc:sldMkLst>
          <pc:docMk/>
          <pc:sldMk cId="3577380482" sldId="272"/>
        </pc:sldMkLst>
        <pc:spChg chg="mod">
          <ac:chgData name="Vaibhav Chhaya" userId="a5a3496d-7e60-45db-bef7-e6109433c692" providerId="ADAL" clId="{4565EB2D-F28D-4B9F-849B-38E60B1F6E10}" dt="2026-08-19T20:24:14.761" v="620" actId="1076"/>
          <ac:spMkLst>
            <pc:docMk/>
            <pc:sldMk cId="3577380482" sldId="272"/>
            <ac:spMk id="2" creationId="{CB721CE1-7725-F888-CD51-545298CC01D1}"/>
          </ac:spMkLst>
        </pc:spChg>
        <pc:spChg chg="del">
          <ac:chgData name="Vaibhav Chhaya" userId="a5a3496d-7e60-45db-bef7-e6109433c692" providerId="ADAL" clId="{4565EB2D-F28D-4B9F-849B-38E60B1F6E10}" dt="2026-08-19T20:24:05.440" v="617" actId="931"/>
          <ac:spMkLst>
            <pc:docMk/>
            <pc:sldMk cId="3577380482" sldId="272"/>
            <ac:spMk id="3" creationId="{378AF1A1-A089-450C-5F01-4655027C769E}"/>
          </ac:spMkLst>
        </pc:spChg>
        <pc:spChg chg="add del mod">
          <ac:chgData name="Vaibhav Chhaya" userId="a5a3496d-7e60-45db-bef7-e6109433c692" providerId="ADAL" clId="{4565EB2D-F28D-4B9F-849B-38E60B1F6E10}" dt="2026-08-19T20:25:18.395" v="631" actId="21"/>
          <ac:spMkLst>
            <pc:docMk/>
            <pc:sldMk cId="3577380482" sldId="272"/>
            <ac:spMk id="7" creationId="{7CFEC3CD-1ED4-B704-1C4A-92B7F042E1D7}"/>
          </ac:spMkLst>
        </pc:spChg>
        <pc:spChg chg="add del mod">
          <ac:chgData name="Vaibhav Chhaya" userId="a5a3496d-7e60-45db-bef7-e6109433c692" providerId="ADAL" clId="{4565EB2D-F28D-4B9F-849B-38E60B1F6E10}" dt="2026-08-19T20:25:18.395" v="631" actId="21"/>
          <ac:spMkLst>
            <pc:docMk/>
            <pc:sldMk cId="3577380482" sldId="272"/>
            <ac:spMk id="9" creationId="{859ECB9B-0A30-614C-12C0-FFE701FB1F78}"/>
          </ac:spMkLst>
        </pc:spChg>
        <pc:spChg chg="add mod">
          <ac:chgData name="Vaibhav Chhaya" userId="a5a3496d-7e60-45db-bef7-e6109433c692" providerId="ADAL" clId="{4565EB2D-F28D-4B9F-849B-38E60B1F6E10}" dt="2026-08-19T20:25:18.395" v="631" actId="21"/>
          <ac:spMkLst>
            <pc:docMk/>
            <pc:sldMk cId="3577380482" sldId="272"/>
            <ac:spMk id="11" creationId="{7E8AD68F-ECA5-6C25-0E1E-03E5388A8BB6}"/>
          </ac:spMkLst>
        </pc:spChg>
        <pc:picChg chg="add del mod ord modCrop">
          <ac:chgData name="Vaibhav Chhaya" userId="a5a3496d-7e60-45db-bef7-e6109433c692" providerId="ADAL" clId="{4565EB2D-F28D-4B9F-849B-38E60B1F6E10}" dt="2026-08-19T20:25:18.395" v="631" actId="21"/>
          <ac:picMkLst>
            <pc:docMk/>
            <pc:sldMk cId="3577380482" sldId="272"/>
            <ac:picMk id="5" creationId="{A4D4502C-0352-CE6B-56FB-8F1754C0A15B}"/>
          </ac:picMkLst>
        </pc:picChg>
      </pc:sldChg>
      <pc:sldChg chg="addSp delSp modSp new mod setBg modAnim">
        <pc:chgData name="Vaibhav Chhaya" userId="a5a3496d-7e60-45db-bef7-e6109433c692" providerId="ADAL" clId="{4565EB2D-F28D-4B9F-849B-38E60B1F6E10}" dt="2026-08-19T22:56:08.245" v="1283" actId="1076"/>
        <pc:sldMkLst>
          <pc:docMk/>
          <pc:sldMk cId="458244820" sldId="273"/>
        </pc:sldMkLst>
        <pc:spChg chg="mod">
          <ac:chgData name="Vaibhav Chhaya" userId="a5a3496d-7e60-45db-bef7-e6109433c692" providerId="ADAL" clId="{4565EB2D-F28D-4B9F-849B-38E60B1F6E10}" dt="2026-08-19T22:53:06.928" v="1268" actId="207"/>
          <ac:spMkLst>
            <pc:docMk/>
            <pc:sldMk cId="458244820" sldId="273"/>
            <ac:spMk id="2" creationId="{D1BB405D-FAFC-A9F4-EAA0-BD05B1817281}"/>
          </ac:spMkLst>
        </pc:spChg>
        <pc:spChg chg="del">
          <ac:chgData name="Vaibhav Chhaya" userId="a5a3496d-7e60-45db-bef7-e6109433c692" providerId="ADAL" clId="{4565EB2D-F28D-4B9F-849B-38E60B1F6E10}" dt="2026-08-19T20:01:00.023" v="132" actId="478"/>
          <ac:spMkLst>
            <pc:docMk/>
            <pc:sldMk cId="458244820" sldId="273"/>
            <ac:spMk id="3" creationId="{2A6610E9-990B-92BC-01A6-1437254C4792}"/>
          </ac:spMkLst>
        </pc:spChg>
        <pc:picChg chg="add del mod">
          <ac:chgData name="Vaibhav Chhaya" userId="a5a3496d-7e60-45db-bef7-e6109433c692" providerId="ADAL" clId="{4565EB2D-F28D-4B9F-849B-38E60B1F6E10}" dt="2026-08-19T22:52:23.456" v="1258" actId="478"/>
          <ac:picMkLst>
            <pc:docMk/>
            <pc:sldMk cId="458244820" sldId="273"/>
            <ac:picMk id="5" creationId="{47DDBCFA-9C04-47DF-913A-F29D1E2C9CFB}"/>
          </ac:picMkLst>
        </pc:picChg>
        <pc:picChg chg="add mod">
          <ac:chgData name="Vaibhav Chhaya" userId="a5a3496d-7e60-45db-bef7-e6109433c692" providerId="ADAL" clId="{4565EB2D-F28D-4B9F-849B-38E60B1F6E10}" dt="2026-08-19T22:53:22.728" v="1271" actId="1076"/>
          <ac:picMkLst>
            <pc:docMk/>
            <pc:sldMk cId="458244820" sldId="273"/>
            <ac:picMk id="7" creationId="{2299DBF6-3688-FBEE-7D57-F7DA9513B7E0}"/>
          </ac:picMkLst>
        </pc:picChg>
        <pc:picChg chg="add mod">
          <ac:chgData name="Vaibhav Chhaya" userId="a5a3496d-7e60-45db-bef7-e6109433c692" providerId="ADAL" clId="{4565EB2D-F28D-4B9F-849B-38E60B1F6E10}" dt="2026-08-19T22:53:20.837" v="1270" actId="1076"/>
          <ac:picMkLst>
            <pc:docMk/>
            <pc:sldMk cId="458244820" sldId="273"/>
            <ac:picMk id="9" creationId="{548C0223-ACA9-0EF1-2D93-E30E3D7F688B}"/>
          </ac:picMkLst>
        </pc:picChg>
        <pc:picChg chg="add mod">
          <ac:chgData name="Vaibhav Chhaya" userId="a5a3496d-7e60-45db-bef7-e6109433c692" providerId="ADAL" clId="{4565EB2D-F28D-4B9F-849B-38E60B1F6E10}" dt="2026-08-19T22:53:31.202" v="1274" actId="1076"/>
          <ac:picMkLst>
            <pc:docMk/>
            <pc:sldMk cId="458244820" sldId="273"/>
            <ac:picMk id="11" creationId="{57A50145-17CC-324D-B85D-76D6E165EBBB}"/>
          </ac:picMkLst>
        </pc:picChg>
        <pc:picChg chg="add mod modCrop">
          <ac:chgData name="Vaibhav Chhaya" userId="a5a3496d-7e60-45db-bef7-e6109433c692" providerId="ADAL" clId="{4565EB2D-F28D-4B9F-849B-38E60B1F6E10}" dt="2026-08-19T22:56:08.245" v="1283" actId="1076"/>
          <ac:picMkLst>
            <pc:docMk/>
            <pc:sldMk cId="458244820" sldId="273"/>
            <ac:picMk id="12" creationId="{98BB926C-220D-4B61-AE19-CEF57A877B7B}"/>
          </ac:picMkLst>
        </pc:picChg>
      </pc:sldChg>
      <pc:sldChg chg="addSp delSp modSp add mod">
        <pc:chgData name="Vaibhav Chhaya" userId="a5a3496d-7e60-45db-bef7-e6109433c692" providerId="ADAL" clId="{4565EB2D-F28D-4B9F-849B-38E60B1F6E10}" dt="2026-08-19T20:18:36.126" v="589" actId="1076"/>
        <pc:sldMkLst>
          <pc:docMk/>
          <pc:sldMk cId="1032407513" sldId="274"/>
        </pc:sldMkLst>
        <pc:spChg chg="mod">
          <ac:chgData name="Vaibhav Chhaya" userId="a5a3496d-7e60-45db-bef7-e6109433c692" providerId="ADAL" clId="{4565EB2D-F28D-4B9F-849B-38E60B1F6E10}" dt="2026-08-19T20:17:33.164" v="577" actId="20577"/>
          <ac:spMkLst>
            <pc:docMk/>
            <pc:sldMk cId="1032407513" sldId="274"/>
            <ac:spMk id="2" creationId="{A598E4CB-E733-C919-1E00-68C77E105494}"/>
          </ac:spMkLst>
        </pc:spChg>
        <pc:spChg chg="del mod">
          <ac:chgData name="Vaibhav Chhaya" userId="a5a3496d-7e60-45db-bef7-e6109433c692" providerId="ADAL" clId="{4565EB2D-F28D-4B9F-849B-38E60B1F6E10}" dt="2026-08-19T20:17:20.770" v="554" actId="478"/>
          <ac:spMkLst>
            <pc:docMk/>
            <pc:sldMk cId="1032407513" sldId="274"/>
            <ac:spMk id="7" creationId="{8102FCAB-C1A4-834B-1B46-373CA5BB0AD7}"/>
          </ac:spMkLst>
        </pc:spChg>
        <pc:spChg chg="del mod">
          <ac:chgData name="Vaibhav Chhaya" userId="a5a3496d-7e60-45db-bef7-e6109433c692" providerId="ADAL" clId="{4565EB2D-F28D-4B9F-849B-38E60B1F6E10}" dt="2026-08-19T20:17:20.770" v="554" actId="478"/>
          <ac:spMkLst>
            <pc:docMk/>
            <pc:sldMk cId="1032407513" sldId="274"/>
            <ac:spMk id="9" creationId="{C0DECF5E-051B-FF18-7B0E-230BC5D6FAD7}"/>
          </ac:spMkLst>
        </pc:spChg>
        <pc:spChg chg="add del mod">
          <ac:chgData name="Vaibhav Chhaya" userId="a5a3496d-7e60-45db-bef7-e6109433c692" providerId="ADAL" clId="{4565EB2D-F28D-4B9F-849B-38E60B1F6E10}" dt="2026-08-19T20:16:52.206" v="546" actId="478"/>
          <ac:spMkLst>
            <pc:docMk/>
            <pc:sldMk cId="1032407513" sldId="274"/>
            <ac:spMk id="11" creationId="{D089F48B-EACA-98E6-E941-75CFEE7B796A}"/>
          </ac:spMkLst>
        </pc:spChg>
        <pc:picChg chg="add mod">
          <ac:chgData name="Vaibhav Chhaya" userId="a5a3496d-7e60-45db-bef7-e6109433c692" providerId="ADAL" clId="{4565EB2D-F28D-4B9F-849B-38E60B1F6E10}" dt="2026-08-19T20:18:21.416" v="585" actId="1076"/>
          <ac:picMkLst>
            <pc:docMk/>
            <pc:sldMk cId="1032407513" sldId="274"/>
            <ac:picMk id="4" creationId="{B48626F5-BAB8-CBED-2ABE-DDF128648324}"/>
          </ac:picMkLst>
        </pc:picChg>
        <pc:picChg chg="del mod">
          <ac:chgData name="Vaibhav Chhaya" userId="a5a3496d-7e60-45db-bef7-e6109433c692" providerId="ADAL" clId="{4565EB2D-F28D-4B9F-849B-38E60B1F6E10}" dt="2026-08-19T20:16:46.839" v="545" actId="478"/>
          <ac:picMkLst>
            <pc:docMk/>
            <pc:sldMk cId="1032407513" sldId="274"/>
            <ac:picMk id="5" creationId="{5095D7CF-55E4-521B-886A-671B584075F5}"/>
          </ac:picMkLst>
        </pc:picChg>
        <pc:picChg chg="add mod">
          <ac:chgData name="Vaibhav Chhaya" userId="a5a3496d-7e60-45db-bef7-e6109433c692" providerId="ADAL" clId="{4565EB2D-F28D-4B9F-849B-38E60B1F6E10}" dt="2026-08-19T20:18:20.457" v="584" actId="1076"/>
          <ac:picMkLst>
            <pc:docMk/>
            <pc:sldMk cId="1032407513" sldId="274"/>
            <ac:picMk id="8" creationId="{6F3C8A0C-E79E-AEF8-8C61-CBA875F8E0C9}"/>
          </ac:picMkLst>
        </pc:picChg>
        <pc:picChg chg="add mod">
          <ac:chgData name="Vaibhav Chhaya" userId="a5a3496d-7e60-45db-bef7-e6109433c692" providerId="ADAL" clId="{4565EB2D-F28D-4B9F-849B-38E60B1F6E10}" dt="2026-08-19T20:18:36.126" v="589" actId="1076"/>
          <ac:picMkLst>
            <pc:docMk/>
            <pc:sldMk cId="1032407513" sldId="274"/>
            <ac:picMk id="13" creationId="{6DB37769-AA58-73DF-80C1-7D1EDB964E27}"/>
          </ac:picMkLst>
        </pc:picChg>
      </pc:sldChg>
      <pc:sldChg chg="addSp delSp modSp new mod">
        <pc:chgData name="Vaibhav Chhaya" userId="a5a3496d-7e60-45db-bef7-e6109433c692" providerId="ADAL" clId="{4565EB2D-F28D-4B9F-849B-38E60B1F6E10}" dt="2026-08-19T20:23:08.902" v="611" actId="22"/>
        <pc:sldMkLst>
          <pc:docMk/>
          <pc:sldMk cId="3082164789" sldId="275"/>
        </pc:sldMkLst>
        <pc:spChg chg="del">
          <ac:chgData name="Vaibhav Chhaya" userId="a5a3496d-7e60-45db-bef7-e6109433c692" providerId="ADAL" clId="{4565EB2D-F28D-4B9F-849B-38E60B1F6E10}" dt="2026-08-19T20:21:56.826" v="598" actId="478"/>
          <ac:spMkLst>
            <pc:docMk/>
            <pc:sldMk cId="3082164789" sldId="275"/>
            <ac:spMk id="2" creationId="{9D067C1D-7DA4-7763-4E8C-EC75FB42A8E6}"/>
          </ac:spMkLst>
        </pc:spChg>
        <pc:spChg chg="del">
          <ac:chgData name="Vaibhav Chhaya" userId="a5a3496d-7e60-45db-bef7-e6109433c692" providerId="ADAL" clId="{4565EB2D-F28D-4B9F-849B-38E60B1F6E10}" dt="2026-08-19T20:21:33.051" v="591" actId="931"/>
          <ac:spMkLst>
            <pc:docMk/>
            <pc:sldMk cId="3082164789" sldId="275"/>
            <ac:spMk id="3" creationId="{8291250F-D492-C35C-E8A3-F34DC878D587}"/>
          </ac:spMkLst>
        </pc:spChg>
        <pc:spChg chg="add mod">
          <ac:chgData name="Vaibhav Chhaya" userId="a5a3496d-7e60-45db-bef7-e6109433c692" providerId="ADAL" clId="{4565EB2D-F28D-4B9F-849B-38E60B1F6E10}" dt="2026-08-19T20:22:11.162" v="600" actId="1076"/>
          <ac:spMkLst>
            <pc:docMk/>
            <pc:sldMk cId="3082164789" sldId="275"/>
            <ac:spMk id="6" creationId="{B64B4D06-4883-4B68-C34D-2C01D70CA935}"/>
          </ac:spMkLst>
        </pc:spChg>
        <pc:spChg chg="add">
          <ac:chgData name="Vaibhav Chhaya" userId="a5a3496d-7e60-45db-bef7-e6109433c692" providerId="ADAL" clId="{4565EB2D-F28D-4B9F-849B-38E60B1F6E10}" dt="2026-08-19T20:23:08.902" v="611" actId="22"/>
          <ac:spMkLst>
            <pc:docMk/>
            <pc:sldMk cId="3082164789" sldId="275"/>
            <ac:spMk id="8" creationId="{F64626EE-94D9-9A74-9CBC-DBE973B99EC3}"/>
          </ac:spMkLst>
        </pc:spChg>
        <pc:spChg chg="add">
          <ac:chgData name="Vaibhav Chhaya" userId="a5a3496d-7e60-45db-bef7-e6109433c692" providerId="ADAL" clId="{4565EB2D-F28D-4B9F-849B-38E60B1F6E10}" dt="2026-08-19T20:23:08.902" v="611" actId="22"/>
          <ac:spMkLst>
            <pc:docMk/>
            <pc:sldMk cId="3082164789" sldId="275"/>
            <ac:spMk id="10" creationId="{662067E4-3525-3254-35E5-0C6649B774E4}"/>
          </ac:spMkLst>
        </pc:spChg>
        <pc:picChg chg="add mod ord modCrop">
          <ac:chgData name="Vaibhav Chhaya" userId="a5a3496d-7e60-45db-bef7-e6109433c692" providerId="ADAL" clId="{4565EB2D-F28D-4B9F-849B-38E60B1F6E10}" dt="2026-08-19T20:22:58.270" v="610" actId="732"/>
          <ac:picMkLst>
            <pc:docMk/>
            <pc:sldMk cId="3082164789" sldId="275"/>
            <ac:picMk id="5" creationId="{F497CCA8-EF98-31C6-A340-F868253C5BB0}"/>
          </ac:picMkLst>
        </pc:picChg>
      </pc:sldChg>
      <pc:sldChg chg="addSp delSp modSp new mod ord">
        <pc:chgData name="Vaibhav Chhaya" userId="a5a3496d-7e60-45db-bef7-e6109433c692" providerId="ADAL" clId="{4565EB2D-F28D-4B9F-849B-38E60B1F6E10}" dt="2026-08-20T21:08:33.639" v="1843" actId="1076"/>
        <pc:sldMkLst>
          <pc:docMk/>
          <pc:sldMk cId="2880393264" sldId="276"/>
        </pc:sldMkLst>
        <pc:spChg chg="mod">
          <ac:chgData name="Vaibhav Chhaya" userId="a5a3496d-7e60-45db-bef7-e6109433c692" providerId="ADAL" clId="{4565EB2D-F28D-4B9F-849B-38E60B1F6E10}" dt="2026-08-20T20:51:04.514" v="1315" actId="1076"/>
          <ac:spMkLst>
            <pc:docMk/>
            <pc:sldMk cId="2880393264" sldId="276"/>
            <ac:spMk id="2" creationId="{94F7203E-6ACD-0F28-8560-19489998D3CE}"/>
          </ac:spMkLst>
        </pc:spChg>
        <pc:spChg chg="del">
          <ac:chgData name="Vaibhav Chhaya" userId="a5a3496d-7e60-45db-bef7-e6109433c692" providerId="ADAL" clId="{4565EB2D-F28D-4B9F-849B-38E60B1F6E10}" dt="2026-08-19T22:30:24.519" v="993" actId="478"/>
          <ac:spMkLst>
            <pc:docMk/>
            <pc:sldMk cId="2880393264" sldId="276"/>
            <ac:spMk id="3" creationId="{50B284A5-9A56-DDEF-4755-F7ECABCB7B06}"/>
          </ac:spMkLst>
        </pc:spChg>
        <pc:spChg chg="add mod">
          <ac:chgData name="Vaibhav Chhaya" userId="a5a3496d-7e60-45db-bef7-e6109433c692" providerId="ADAL" clId="{4565EB2D-F28D-4B9F-849B-38E60B1F6E10}" dt="2026-08-19T22:31:23.004" v="1001" actId="1076"/>
          <ac:spMkLst>
            <pc:docMk/>
            <pc:sldMk cId="2880393264" sldId="276"/>
            <ac:spMk id="7" creationId="{1C02167A-D643-8DAB-1687-0E1B5F99C9CA}"/>
          </ac:spMkLst>
        </pc:spChg>
        <pc:spChg chg="add mod">
          <ac:chgData name="Vaibhav Chhaya" userId="a5a3496d-7e60-45db-bef7-e6109433c692" providerId="ADAL" clId="{4565EB2D-F28D-4B9F-849B-38E60B1F6E10}" dt="2026-08-20T21:08:11.644" v="1839" actId="1076"/>
          <ac:spMkLst>
            <pc:docMk/>
            <pc:sldMk cId="2880393264" sldId="276"/>
            <ac:spMk id="9" creationId="{2B4B5EFB-A208-2043-FE98-D2BFACBBB9B8}"/>
          </ac:spMkLst>
        </pc:spChg>
        <pc:picChg chg="add mod">
          <ac:chgData name="Vaibhav Chhaya" userId="a5a3496d-7e60-45db-bef7-e6109433c692" providerId="ADAL" clId="{4565EB2D-F28D-4B9F-849B-38E60B1F6E10}" dt="2026-08-20T21:08:33.639" v="1843" actId="1076"/>
          <ac:picMkLst>
            <pc:docMk/>
            <pc:sldMk cId="2880393264" sldId="276"/>
            <ac:picMk id="5" creationId="{22151EFD-255F-F1CA-6BD6-C02D5D9EC094}"/>
          </ac:picMkLst>
        </pc:picChg>
      </pc:sldChg>
      <pc:sldChg chg="new del">
        <pc:chgData name="Vaibhav Chhaya" userId="a5a3496d-7e60-45db-bef7-e6109433c692" providerId="ADAL" clId="{4565EB2D-F28D-4B9F-849B-38E60B1F6E10}" dt="2026-08-19T20:23:52.667" v="615" actId="47"/>
        <pc:sldMkLst>
          <pc:docMk/>
          <pc:sldMk cId="3960210518" sldId="276"/>
        </pc:sldMkLst>
      </pc:sldChg>
      <pc:sldChg chg="addSp delSp modSp mod">
        <pc:chgData name="Vaibhav Chhaya" userId="a5a3496d-7e60-45db-bef7-e6109433c692" providerId="ADAL" clId="{4565EB2D-F28D-4B9F-849B-38E60B1F6E10}" dt="2026-08-20T21:08:22.495" v="1841" actId="1076"/>
        <pc:sldMkLst>
          <pc:docMk/>
          <pc:sldMk cId="4074793304" sldId="277"/>
        </pc:sldMkLst>
        <pc:spChg chg="mod">
          <ac:chgData name="Vaibhav Chhaya" userId="a5a3496d-7e60-45db-bef7-e6109433c692" providerId="ADAL" clId="{4565EB2D-F28D-4B9F-849B-38E60B1F6E10}" dt="2026-08-20T20:41:00.864" v="1292" actId="1076"/>
          <ac:spMkLst>
            <pc:docMk/>
            <pc:sldMk cId="4074793304" sldId="277"/>
            <ac:spMk id="2" creationId="{90ED0EAE-719E-4925-B52F-69FF6CC268C7}"/>
          </ac:spMkLst>
        </pc:spChg>
        <pc:spChg chg="del">
          <ac:chgData name="Vaibhav Chhaya" userId="a5a3496d-7e60-45db-bef7-e6109433c692" providerId="ADAL" clId="{4565EB2D-F28D-4B9F-849B-38E60B1F6E10}" dt="2026-08-20T20:25:10.140" v="1286" actId="931"/>
          <ac:spMkLst>
            <pc:docMk/>
            <pc:sldMk cId="4074793304" sldId="277"/>
            <ac:spMk id="3" creationId="{FDFF0176-6438-4DF3-8BE0-4C40D186A389}"/>
          </ac:spMkLst>
        </pc:spChg>
        <pc:spChg chg="add del mod">
          <ac:chgData name="Vaibhav Chhaya" userId="a5a3496d-7e60-45db-bef7-e6109433c692" providerId="ADAL" clId="{4565EB2D-F28D-4B9F-849B-38E60B1F6E10}" dt="2026-08-20T20:41:08.002" v="1293" actId="931"/>
          <ac:spMkLst>
            <pc:docMk/>
            <pc:sldMk cId="4074793304" sldId="277"/>
            <ac:spMk id="7" creationId="{D5CA81D7-AF35-F506-B3F1-6133CD7E802A}"/>
          </ac:spMkLst>
        </pc:spChg>
        <pc:spChg chg="add del mod">
          <ac:chgData name="Vaibhav Chhaya" userId="a5a3496d-7e60-45db-bef7-e6109433c692" providerId="ADAL" clId="{4565EB2D-F28D-4B9F-849B-38E60B1F6E10}" dt="2026-08-20T20:50:23.910" v="1304" actId="931"/>
          <ac:spMkLst>
            <pc:docMk/>
            <pc:sldMk cId="4074793304" sldId="277"/>
            <ac:spMk id="11" creationId="{33EDC57C-9C20-A5B6-D44A-7C6A65620CC6}"/>
          </ac:spMkLst>
        </pc:spChg>
        <pc:spChg chg="add mod">
          <ac:chgData name="Vaibhav Chhaya" userId="a5a3496d-7e60-45db-bef7-e6109433c692" providerId="ADAL" clId="{4565EB2D-F28D-4B9F-849B-38E60B1F6E10}" dt="2026-08-20T20:51:20.985" v="1320" actId="1076"/>
          <ac:spMkLst>
            <pc:docMk/>
            <pc:sldMk cId="4074793304" sldId="277"/>
            <ac:spMk id="14" creationId="{874B61EA-903C-F996-6FE7-582F40B2DCFC}"/>
          </ac:spMkLst>
        </pc:spChg>
        <pc:spChg chg="add del mod">
          <ac:chgData name="Vaibhav Chhaya" userId="a5a3496d-7e60-45db-bef7-e6109433c692" providerId="ADAL" clId="{4565EB2D-F28D-4B9F-849B-38E60B1F6E10}" dt="2026-08-20T21:07:27.269" v="1827" actId="931"/>
          <ac:spMkLst>
            <pc:docMk/>
            <pc:sldMk cId="4074793304" sldId="277"/>
            <ac:spMk id="18" creationId="{81935063-F7AB-8B33-A87F-632AF6D48D2D}"/>
          </ac:spMkLst>
        </pc:spChg>
        <pc:spChg chg="add del mod">
          <ac:chgData name="Vaibhav Chhaya" userId="a5a3496d-7e60-45db-bef7-e6109433c692" providerId="ADAL" clId="{4565EB2D-F28D-4B9F-849B-38E60B1F6E10}" dt="2026-08-20T21:08:00.710" v="1834" actId="931"/>
          <ac:spMkLst>
            <pc:docMk/>
            <pc:sldMk cId="4074793304" sldId="277"/>
            <ac:spMk id="22" creationId="{881B0BF4-DA41-A789-8ED1-232180B90B68}"/>
          </ac:spMkLst>
        </pc:spChg>
        <pc:spChg chg="add mod">
          <ac:chgData name="Vaibhav Chhaya" userId="a5a3496d-7e60-45db-bef7-e6109433c692" providerId="ADAL" clId="{4565EB2D-F28D-4B9F-849B-38E60B1F6E10}" dt="2026-08-20T21:08:22.495" v="1841" actId="1076"/>
          <ac:spMkLst>
            <pc:docMk/>
            <pc:sldMk cId="4074793304" sldId="277"/>
            <ac:spMk id="26" creationId="{5932928C-4FD4-5B24-221E-4272414F8E62}"/>
          </ac:spMkLst>
        </pc:spChg>
        <pc:spChg chg="add mod">
          <ac:chgData name="Vaibhav Chhaya" userId="a5a3496d-7e60-45db-bef7-e6109433c692" providerId="ADAL" clId="{4565EB2D-F28D-4B9F-849B-38E60B1F6E10}" dt="2026-08-20T21:08:22.495" v="1841" actId="1076"/>
          <ac:spMkLst>
            <pc:docMk/>
            <pc:sldMk cId="4074793304" sldId="277"/>
            <ac:spMk id="28" creationId="{43D778B6-5255-A752-EB82-D48BFAB3F326}"/>
          </ac:spMkLst>
        </pc:spChg>
        <pc:picChg chg="add del mod ord modCrop">
          <ac:chgData name="Vaibhav Chhaya" userId="a5a3496d-7e60-45db-bef7-e6109433c692" providerId="ADAL" clId="{4565EB2D-F28D-4B9F-849B-38E60B1F6E10}" dt="2026-08-20T20:40:57.812" v="1291" actId="478"/>
          <ac:picMkLst>
            <pc:docMk/>
            <pc:sldMk cId="4074793304" sldId="277"/>
            <ac:picMk id="5" creationId="{9A76F78E-7DE4-E8CD-F977-7B9586A6E5DD}"/>
          </ac:picMkLst>
        </pc:picChg>
        <pc:picChg chg="add del mod ord">
          <ac:chgData name="Vaibhav Chhaya" userId="a5a3496d-7e60-45db-bef7-e6109433c692" providerId="ADAL" clId="{4565EB2D-F28D-4B9F-849B-38E60B1F6E10}" dt="2026-08-20T20:45:30.106" v="1303" actId="478"/>
          <ac:picMkLst>
            <pc:docMk/>
            <pc:sldMk cId="4074793304" sldId="277"/>
            <ac:picMk id="9" creationId="{501A8A5E-AE16-C86A-F226-DA7E8CDD7B6F}"/>
          </ac:picMkLst>
        </pc:picChg>
        <pc:picChg chg="add del mod ord">
          <ac:chgData name="Vaibhav Chhaya" userId="a5a3496d-7e60-45db-bef7-e6109433c692" providerId="ADAL" clId="{4565EB2D-F28D-4B9F-849B-38E60B1F6E10}" dt="2026-08-20T21:07:22.030" v="1826" actId="478"/>
          <ac:picMkLst>
            <pc:docMk/>
            <pc:sldMk cId="4074793304" sldId="277"/>
            <ac:picMk id="13" creationId="{565160B4-B844-012E-F087-AA07E95AE79D}"/>
          </ac:picMkLst>
        </pc:picChg>
        <pc:picChg chg="add del mod">
          <ac:chgData name="Vaibhav Chhaya" userId="a5a3496d-7e60-45db-bef7-e6109433c692" providerId="ADAL" clId="{4565EB2D-F28D-4B9F-849B-38E60B1F6E10}" dt="2026-08-20T21:06:58.397" v="1825" actId="478"/>
          <ac:picMkLst>
            <pc:docMk/>
            <pc:sldMk cId="4074793304" sldId="277"/>
            <ac:picMk id="16" creationId="{BE1585D4-0495-7303-4DD3-DB6B72A9B34D}"/>
          </ac:picMkLst>
        </pc:picChg>
        <pc:picChg chg="add del mod ord">
          <ac:chgData name="Vaibhav Chhaya" userId="a5a3496d-7e60-45db-bef7-e6109433c692" providerId="ADAL" clId="{4565EB2D-F28D-4B9F-849B-38E60B1F6E10}" dt="2026-08-20T21:07:56.372" v="1833" actId="478"/>
          <ac:picMkLst>
            <pc:docMk/>
            <pc:sldMk cId="4074793304" sldId="277"/>
            <ac:picMk id="20" creationId="{FFE731FC-F704-E15F-18F9-4EE278F0708C}"/>
          </ac:picMkLst>
        </pc:picChg>
        <pc:picChg chg="add mod ord">
          <ac:chgData name="Vaibhav Chhaya" userId="a5a3496d-7e60-45db-bef7-e6109433c692" providerId="ADAL" clId="{4565EB2D-F28D-4B9F-849B-38E60B1F6E10}" dt="2026-08-20T21:08:06.982" v="1837" actId="1076"/>
          <ac:picMkLst>
            <pc:docMk/>
            <pc:sldMk cId="4074793304" sldId="277"/>
            <ac:picMk id="24" creationId="{56D05C69-4F41-F037-829A-A3DD03B2025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44DB0-5F96-3047-89DD-EC9850F04586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F48A5-051B-A64B-BCD4-910918385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3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F48A5-051B-A64B-BCD4-910918385C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39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26045-25A6-7581-4A8C-6F9973133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ABC8C-8E97-987F-E23D-2158CE8D1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7D5C2-18DD-5E04-3EEB-6345A65A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888EC-20DD-F0D2-090E-5C652C3E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F1BC6-7703-3C41-9104-6C789AA1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3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2459-FAE6-0B57-E0C2-53EB4FA6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A0236-9CA7-B9F7-A856-FDCDA4312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16214-A589-AEC8-86D1-CD92C4C0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894D7-5C08-0D5B-3335-AF92BCA2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F9FF7-6584-C7D9-95E5-C86E94EB1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4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9B56-E729-2C17-7030-9FB8F7601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69CB4-1CA0-82E8-C9BB-A4F6038D7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920D7-CE15-1682-CD33-0571F08A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B285B-0F7A-6CC1-589B-0328F45C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50E50-BA9D-0E0A-43D2-A076E484D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28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77C7-8DA8-0849-5291-9056103A0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E878-D4B2-34EB-C7E5-BAE9E89320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1932C-83D0-98A3-065F-E5A0D1633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278A7-6AE8-5212-8637-6399F769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82C99-2340-C562-1CE1-0958C6E7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CD85D-D0D3-C143-0CE1-567DA9BD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3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A4C1-8396-BE5F-FBE4-0E5F7903B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67B44-C4D4-243C-B9AA-C8210107B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187FA-E45C-08BE-51B6-3ADFDEF4C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508AF-A64A-6AB2-482A-DAB857C71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22C2C-7A56-804B-6C2F-7C8831494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421A2-9357-D36F-0190-CC91343D8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9BBDC2-4CCF-61C8-46AA-0F0269CC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436CD-8D77-53E3-35C2-22E2F7DA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3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B5A6-5E17-6B9C-1F31-FE8B31EB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93AC6-57D8-507E-AB93-A39E3F1C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BD5F3-E58A-001A-FFD0-7E50DFB4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B549B-182B-215E-9078-DBD91375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3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DF9AF2-ED60-7D17-81C6-36A4BA6E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CB89B-10F4-57CC-4AB7-D48B08E1B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EB75F-1E4C-AC5B-BF59-32B00C6F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43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62D5-E2C2-A397-B60C-641FE841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1F7F9-D868-DF75-7EBF-F595CC963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55C2BD-70BF-C070-4517-5190478BD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098BB-53D4-7867-3618-97E4D5E9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0635C-FFEB-4331-1399-EC5130F6D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0D7C9-D27E-8C7E-B894-82377579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76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5195-C86E-6CEB-2787-1614FFB4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85A02-2D3D-6891-572E-0763E06DD4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4D63B-0377-8865-2630-115F1D260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48F67-FAB4-5B70-3266-C9828BEA2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C5F164-8964-A4B7-63B7-66B195586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B3A30-6A96-8817-E9B2-687DE807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0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C75E5-FA09-C091-080B-84F395E1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D4DC2E-44A8-3E56-BE15-20F37FA76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88192-B33A-9D67-B92D-7DB428EFD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27881-0A9B-B97E-2F45-2A48F6D3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E3CB4-E98A-881E-BE09-FAC5F56B0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1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DA1C5-BC1B-7AD1-65BC-7CAD0E6D8C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E5C612-29A1-85F2-AADB-07E7F7762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2EC6E-14ED-B765-94E2-26E52EDA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C7A1F-739D-48B0-A98C-805C841AB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8EFA9-382D-D6A2-2D1C-EC260E2F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5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4D624-DB50-3B3C-AD91-DEFBEBA99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AC2DE-CC6F-1DA8-5894-FEB02DE0C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6B422-C33E-180E-8BC6-193F9C34E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FEA61-F070-9747-831A-1B8328B1C388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E3F84-1D48-C3D2-6C0B-8891AF78A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F5E83-9BCA-CF51-E7CD-28800EF2C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A466A-F891-A24D-8B5F-08F4DCA1F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6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E7F4-E2F2-58F5-C929-F6F5E1248F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Modeling acoustic scattering by various geometries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36BBB-D173-A688-761C-32417DC5E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4938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Vaibhav Chhaya</a:t>
            </a:r>
          </a:p>
        </p:txBody>
      </p:sp>
    </p:spTree>
    <p:extLst>
      <p:ext uri="{BB962C8B-B14F-4D97-AF65-F5344CB8AC3E}">
        <p14:creationId xmlns:p14="http://schemas.microsoft.com/office/powerpoint/2010/main" val="73399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31C7D-2F7D-42BE-2BE0-A1063725F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CACDC-0393-44DE-9EB0-0DC768EF2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Develop a modeling framework to compute the target strength and other acoustic scattering metrics from discrete biological structures.</a:t>
            </a:r>
          </a:p>
          <a:p>
            <a:pPr marL="0" indent="0" algn="ctr">
              <a:buNone/>
            </a:pPr>
            <a:endParaRPr lang="en-US"/>
          </a:p>
          <a:p>
            <a:pPr marL="0" lvl="0" indent="0">
              <a:buNone/>
            </a:pPr>
            <a:r>
              <a:rPr lang="en-US"/>
              <a:t>1) Validate finite-element modeling protocol against analytical scattering benchmarks. </a:t>
            </a:r>
          </a:p>
          <a:p>
            <a:pPr marL="0" lvl="0" indent="0">
              <a:buNone/>
            </a:pPr>
            <a:r>
              <a:rPr lang="en-US"/>
              <a:t>2) Apply the validated protocol to CT-derived models of fish.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2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F8121-E024-1391-05C4-0A6D5A346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924" y="-37794"/>
            <a:ext cx="10515600" cy="1325563"/>
          </a:xfrm>
        </p:spPr>
        <p:txBody>
          <a:bodyPr/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Benchmarking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61D0BF-35BA-E654-E76E-89B7B7D15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770" y="1439645"/>
            <a:ext cx="3390900" cy="3390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39EC23-9F62-307D-91E6-8B4FE1C29637}"/>
              </a:ext>
            </a:extLst>
          </p:cNvPr>
          <p:cNvSpPr txBox="1"/>
          <p:nvPr/>
        </p:nvSpPr>
        <p:spPr>
          <a:xfrm>
            <a:off x="1281363" y="5032793"/>
            <a:ext cx="2616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Chu’s analytical models for discrete scatterers</a:t>
            </a:r>
          </a:p>
          <a:p>
            <a:pPr algn="ctr"/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Partial wave expansion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CCC5D-C37C-BE3D-8BDA-C1CB997B973F}"/>
              </a:ext>
            </a:extLst>
          </p:cNvPr>
          <p:cNvSpPr txBox="1"/>
          <p:nvPr/>
        </p:nvSpPr>
        <p:spPr>
          <a:xfrm>
            <a:off x="5188417" y="2596248"/>
            <a:ext cx="121058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CD57C6-DA6F-E985-8C03-B78A5494B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559" y="1480274"/>
            <a:ext cx="5090654" cy="33937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FE5A0A-9170-095C-B472-688097F916C4}"/>
              </a:ext>
            </a:extLst>
          </p:cNvPr>
          <p:cNvSpPr txBox="1"/>
          <p:nvPr/>
        </p:nvSpPr>
        <p:spPr>
          <a:xfrm>
            <a:off x="8087569" y="5032793"/>
            <a:ext cx="2616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COMSOL Multiphysics numerical models</a:t>
            </a:r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Finite element analysis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29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4866D-7E06-A620-87A2-75492784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4" y="-151881"/>
            <a:ext cx="10515600" cy="1325563"/>
          </a:xfrm>
        </p:spPr>
        <p:txBody>
          <a:bodyPr/>
          <a:lstStyle/>
          <a:p>
            <a:pPr algn="ctr"/>
            <a:r>
              <a:rPr lang="en-US"/>
              <a:t>Types of sphere scattering models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89C1A9-1867-899C-2A74-8975E942D715}"/>
              </a:ext>
            </a:extLst>
          </p:cNvPr>
          <p:cNvSpPr>
            <a:spLocks noChangeAspect="1"/>
          </p:cNvSpPr>
          <p:nvPr/>
        </p:nvSpPr>
        <p:spPr>
          <a:xfrm>
            <a:off x="5452313" y="1805540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77D3C5-4496-3F00-F115-F16C542659DA}"/>
              </a:ext>
            </a:extLst>
          </p:cNvPr>
          <p:cNvSpPr>
            <a:spLocks noChangeAspect="1"/>
          </p:cNvSpPr>
          <p:nvPr/>
        </p:nvSpPr>
        <p:spPr>
          <a:xfrm>
            <a:off x="5691341" y="2044567"/>
            <a:ext cx="475648" cy="475648"/>
          </a:xfrm>
          <a:prstGeom prst="ellipse">
            <a:avLst/>
          </a:prstGeom>
          <a:pattFill prst="pct90">
            <a:fgClr>
              <a:schemeClr val="tx1"/>
            </a:fgClr>
            <a:bgClr>
              <a:schemeClr val="bg1"/>
            </a:bgClr>
          </a:pattFill>
          <a:ln w="133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E2ABBC-7CB6-2934-88E7-F7907253DC63}"/>
              </a:ext>
            </a:extLst>
          </p:cNvPr>
          <p:cNvSpPr>
            <a:spLocks noChangeAspect="1"/>
          </p:cNvSpPr>
          <p:nvPr/>
        </p:nvSpPr>
        <p:spPr>
          <a:xfrm>
            <a:off x="5452313" y="3189973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65304F-099C-DDFF-55B3-21451D062DFE}"/>
              </a:ext>
            </a:extLst>
          </p:cNvPr>
          <p:cNvSpPr>
            <a:spLocks noChangeAspect="1"/>
          </p:cNvSpPr>
          <p:nvPr/>
        </p:nvSpPr>
        <p:spPr>
          <a:xfrm>
            <a:off x="5691341" y="3429000"/>
            <a:ext cx="475648" cy="475648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133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CB8A4C4-09F8-C9A2-0981-989948EFFAB1}"/>
              </a:ext>
            </a:extLst>
          </p:cNvPr>
          <p:cNvSpPr>
            <a:spLocks noChangeAspect="1"/>
          </p:cNvSpPr>
          <p:nvPr/>
        </p:nvSpPr>
        <p:spPr>
          <a:xfrm>
            <a:off x="5452313" y="4574406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BEB98B-1D60-CED1-9723-B83303E6C357}"/>
              </a:ext>
            </a:extLst>
          </p:cNvPr>
          <p:cNvSpPr>
            <a:spLocks noChangeAspect="1"/>
          </p:cNvSpPr>
          <p:nvPr/>
        </p:nvSpPr>
        <p:spPr>
          <a:xfrm>
            <a:off x="5691341" y="4813433"/>
            <a:ext cx="475648" cy="475648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E8E1843-9823-EEB3-4205-858955636E85}"/>
              </a:ext>
            </a:extLst>
          </p:cNvPr>
          <p:cNvSpPr>
            <a:spLocks noChangeAspect="1"/>
          </p:cNvSpPr>
          <p:nvPr/>
        </p:nvSpPr>
        <p:spPr>
          <a:xfrm>
            <a:off x="8924225" y="2145395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1D5D138-7BD2-8AAC-89C3-0BF15E345F03}"/>
              </a:ext>
            </a:extLst>
          </p:cNvPr>
          <p:cNvSpPr>
            <a:spLocks noChangeAspect="1"/>
          </p:cNvSpPr>
          <p:nvPr/>
        </p:nvSpPr>
        <p:spPr>
          <a:xfrm>
            <a:off x="9163253" y="2384422"/>
            <a:ext cx="475648" cy="475648"/>
          </a:xfrm>
          <a:prstGeom prst="ellipse">
            <a:avLst/>
          </a:prstGeom>
          <a:solidFill>
            <a:srgbClr val="FBF4E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69D356-0FCE-F3BB-D573-EDB575395B98}"/>
              </a:ext>
            </a:extLst>
          </p:cNvPr>
          <p:cNvSpPr>
            <a:spLocks noChangeAspect="1"/>
          </p:cNvSpPr>
          <p:nvPr/>
        </p:nvSpPr>
        <p:spPr>
          <a:xfrm>
            <a:off x="8924225" y="3769971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4D419F-736E-2670-870C-0B26F92ED1FE}"/>
              </a:ext>
            </a:extLst>
          </p:cNvPr>
          <p:cNvSpPr>
            <a:spLocks noChangeAspect="1"/>
          </p:cNvSpPr>
          <p:nvPr/>
        </p:nvSpPr>
        <p:spPr>
          <a:xfrm>
            <a:off x="9201753" y="4044442"/>
            <a:ext cx="400251" cy="400251"/>
          </a:xfrm>
          <a:prstGeom prst="ellipse">
            <a:avLst/>
          </a:prstGeom>
          <a:solidFill>
            <a:schemeClr val="bg1"/>
          </a:solidFill>
          <a:ln w="79375">
            <a:solidFill>
              <a:srgbClr val="FBF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5C5BA8-535D-D5E8-CB24-B6F588785604}"/>
              </a:ext>
            </a:extLst>
          </p:cNvPr>
          <p:cNvSpPr txBox="1"/>
          <p:nvPr/>
        </p:nvSpPr>
        <p:spPr>
          <a:xfrm>
            <a:off x="6783006" y="2097124"/>
            <a:ext cx="227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Rigid sphere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BE8462-439C-342F-BBEC-76479FBC27AC}"/>
              </a:ext>
            </a:extLst>
          </p:cNvPr>
          <p:cNvSpPr txBox="1"/>
          <p:nvPr/>
        </p:nvSpPr>
        <p:spPr>
          <a:xfrm>
            <a:off x="6761549" y="3493319"/>
            <a:ext cx="227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Soft sphere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91A064-BB50-4E67-8322-782FB735D1EA}"/>
              </a:ext>
            </a:extLst>
          </p:cNvPr>
          <p:cNvSpPr txBox="1"/>
          <p:nvPr/>
        </p:nvSpPr>
        <p:spPr>
          <a:xfrm>
            <a:off x="6761549" y="4919749"/>
            <a:ext cx="227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Air Bubble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9598B8-7CC9-9CFA-2C34-B5725443DEF5}"/>
              </a:ext>
            </a:extLst>
          </p:cNvPr>
          <p:cNvSpPr txBox="1"/>
          <p:nvPr/>
        </p:nvSpPr>
        <p:spPr>
          <a:xfrm>
            <a:off x="10291213" y="2424396"/>
            <a:ext cx="227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Bone sphere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38F8FD-6E55-B91E-C70D-A68EC156FF34}"/>
              </a:ext>
            </a:extLst>
          </p:cNvPr>
          <p:cNvSpPr txBox="1"/>
          <p:nvPr/>
        </p:nvSpPr>
        <p:spPr>
          <a:xfrm>
            <a:off x="10154253" y="4044442"/>
            <a:ext cx="1803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Bone shell with air cavity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940E98E-8773-BB80-3C59-1237D3EAA034}"/>
              </a:ext>
            </a:extLst>
          </p:cNvPr>
          <p:cNvGrpSpPr/>
          <p:nvPr/>
        </p:nvGrpSpPr>
        <p:grpSpPr>
          <a:xfrm>
            <a:off x="1713711" y="4023515"/>
            <a:ext cx="2478896" cy="2531131"/>
            <a:chOff x="844233" y="2985717"/>
            <a:chExt cx="3485663" cy="3493174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C200D99-32D6-CC79-D3A6-1EF0F5C46B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4233" y="3189973"/>
              <a:ext cx="3288918" cy="3288918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 w="250825">
              <a:solidFill>
                <a:schemeClr val="tx2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F0B56C1-EF14-8CD5-0448-C59F50A721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60757" y="4061730"/>
              <a:ext cx="1642381" cy="1642381"/>
            </a:xfrm>
            <a:prstGeom prst="ellipse">
              <a:avLst/>
            </a:prstGeom>
            <a:solidFill>
              <a:schemeClr val="tx1"/>
            </a:solidFill>
            <a:ln w="133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752157-C7BF-5508-E138-58548784AF7B}"/>
                </a:ext>
              </a:extLst>
            </p:cNvPr>
            <p:cNvSpPr txBox="1"/>
            <p:nvPr/>
          </p:nvSpPr>
          <p:spPr>
            <a:xfrm>
              <a:off x="1793432" y="4710018"/>
              <a:ext cx="1392916" cy="424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solidFill>
                    <a:schemeClr val="bg1"/>
                  </a:solidFill>
                </a:rPr>
                <a:t>Scatterer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5EC934-39DC-F5A6-2C05-B5ADA9E281B9}"/>
                </a:ext>
              </a:extLst>
            </p:cNvPr>
            <p:cNvSpPr txBox="1"/>
            <p:nvPr/>
          </p:nvSpPr>
          <p:spPr>
            <a:xfrm>
              <a:off x="1660757" y="5704110"/>
              <a:ext cx="2669139" cy="4247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solidFill>
                    <a:schemeClr val="bg1"/>
                  </a:solidFill>
                </a:rPr>
                <a:t>Water domain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DCBCA8-3057-BB15-9DB7-9030720452B0}"/>
                </a:ext>
              </a:extLst>
            </p:cNvPr>
            <p:cNvSpPr txBox="1"/>
            <p:nvPr/>
          </p:nvSpPr>
          <p:spPr>
            <a:xfrm>
              <a:off x="2056038" y="2985717"/>
              <a:ext cx="2077113" cy="4672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>
                  <a:solidFill>
                    <a:schemeClr val="bg1"/>
                  </a:solidFill>
                </a:rPr>
                <a:t>PML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1B1089E-32EA-10CC-7124-B9452DC56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rcRect l="14624"/>
          <a:stretch>
            <a:fillRect/>
          </a:stretch>
        </p:blipFill>
        <p:spPr>
          <a:xfrm>
            <a:off x="905577" y="611980"/>
            <a:ext cx="4546736" cy="399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59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C70B-4642-F2A6-1A96-BB412B122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18255"/>
            <a:ext cx="10515600" cy="1325563"/>
          </a:xfrm>
        </p:spPr>
        <p:txBody>
          <a:bodyPr/>
          <a:lstStyle/>
          <a:p>
            <a:pPr algn="ctr"/>
            <a:r>
              <a:rPr lang="en-US"/>
              <a:t>Rigid sphere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271513-DA90-D9B4-9D2A-3999EB757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220"/>
          <a:stretch>
            <a:fillRect/>
          </a:stretch>
        </p:blipFill>
        <p:spPr>
          <a:xfrm>
            <a:off x="1813046" y="1289050"/>
            <a:ext cx="7940554" cy="514077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5BE878B-2B47-D627-79DA-BC5A0573EF1F}"/>
              </a:ext>
            </a:extLst>
          </p:cNvPr>
          <p:cNvSpPr>
            <a:spLocks noChangeAspect="1"/>
          </p:cNvSpPr>
          <p:nvPr/>
        </p:nvSpPr>
        <p:spPr>
          <a:xfrm>
            <a:off x="2701493" y="4723465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01420C-E60B-F76F-B972-F7B9E921CD8A}"/>
              </a:ext>
            </a:extLst>
          </p:cNvPr>
          <p:cNvSpPr>
            <a:spLocks noChangeAspect="1"/>
          </p:cNvSpPr>
          <p:nvPr/>
        </p:nvSpPr>
        <p:spPr>
          <a:xfrm>
            <a:off x="2940521" y="4962492"/>
            <a:ext cx="475648" cy="475648"/>
          </a:xfrm>
          <a:prstGeom prst="ellipse">
            <a:avLst/>
          </a:prstGeom>
          <a:pattFill prst="pct90">
            <a:fgClr>
              <a:schemeClr val="tx1"/>
            </a:fgClr>
            <a:bgClr>
              <a:schemeClr val="bg1"/>
            </a:bgClr>
          </a:pattFill>
          <a:ln w="133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7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3D13C-47C3-206C-220A-82CE0148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811" y="145097"/>
            <a:ext cx="10515600" cy="1325563"/>
          </a:xfrm>
        </p:spPr>
        <p:txBody>
          <a:bodyPr/>
          <a:lstStyle/>
          <a:p>
            <a:pPr algn="ctr"/>
            <a:r>
              <a:rPr lang="en-US"/>
              <a:t>Soft sphere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52E544-2714-7974-3CF4-922DCECCA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286"/>
          <a:stretch>
            <a:fillRect/>
          </a:stretch>
        </p:blipFill>
        <p:spPr>
          <a:xfrm>
            <a:off x="2071747" y="1470660"/>
            <a:ext cx="7761729" cy="50215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B8039E4-E74A-E98F-40F2-8B3EA39F6B60}"/>
              </a:ext>
            </a:extLst>
          </p:cNvPr>
          <p:cNvSpPr>
            <a:spLocks noChangeAspect="1"/>
          </p:cNvSpPr>
          <p:nvPr/>
        </p:nvSpPr>
        <p:spPr>
          <a:xfrm>
            <a:off x="2922473" y="4888230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1A253D-33ED-CD69-9C7E-5C5BE0DAA81E}"/>
              </a:ext>
            </a:extLst>
          </p:cNvPr>
          <p:cNvSpPr>
            <a:spLocks noChangeAspect="1"/>
          </p:cNvSpPr>
          <p:nvPr/>
        </p:nvSpPr>
        <p:spPr>
          <a:xfrm>
            <a:off x="3161501" y="5127257"/>
            <a:ext cx="475648" cy="475648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133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5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C914-F070-DBB0-D09A-52628C234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0"/>
            <a:ext cx="10515600" cy="1325563"/>
          </a:xfrm>
        </p:spPr>
        <p:txBody>
          <a:bodyPr/>
          <a:lstStyle/>
          <a:p>
            <a:pPr algn="ctr"/>
            <a:r>
              <a:rPr lang="en-US"/>
              <a:t>Air Bubble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09135-274B-77B9-2AF7-DA042361F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75"/>
          <a:stretch>
            <a:fillRect/>
          </a:stretch>
        </p:blipFill>
        <p:spPr>
          <a:xfrm>
            <a:off x="2109058" y="1325563"/>
            <a:ext cx="7600606" cy="493299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2A2C3E95-6FB6-62AA-0B14-A20A029C4894}"/>
              </a:ext>
            </a:extLst>
          </p:cNvPr>
          <p:cNvSpPr>
            <a:spLocks noChangeAspect="1"/>
          </p:cNvSpPr>
          <p:nvPr/>
        </p:nvSpPr>
        <p:spPr>
          <a:xfrm>
            <a:off x="2869133" y="4734426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0A7DD1-32CB-9C9F-C2A0-DC3BCEA4BD44}"/>
              </a:ext>
            </a:extLst>
          </p:cNvPr>
          <p:cNvSpPr>
            <a:spLocks noChangeAspect="1"/>
          </p:cNvSpPr>
          <p:nvPr/>
        </p:nvSpPr>
        <p:spPr>
          <a:xfrm>
            <a:off x="3108161" y="4973453"/>
            <a:ext cx="475648" cy="475648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93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133F-9829-832D-7883-4F8DA907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4CB-E733-C919-1E00-68C77E10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0"/>
            <a:ext cx="10515600" cy="1325563"/>
          </a:xfrm>
        </p:spPr>
        <p:txBody>
          <a:bodyPr/>
          <a:lstStyle/>
          <a:p>
            <a:pPr algn="ctr"/>
            <a:r>
              <a:rPr lang="en-US"/>
              <a:t>Air Bubble: Minnaert Resonance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626F5-BAB8-CBED-2ABE-DDF12864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491" y="1519234"/>
            <a:ext cx="6444270" cy="29433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3C8A0C-E79E-AEF8-8C61-CBA875F8E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78" y="4656236"/>
            <a:ext cx="3871215" cy="15699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B37769-AA58-73DF-80C1-7D1EDB964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135" y="1546883"/>
            <a:ext cx="2775585" cy="413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07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97CCA8-EF98-31C6-A340-F868253C5B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45" r="685"/>
          <a:stretch>
            <a:fillRect/>
          </a:stretch>
        </p:blipFill>
        <p:spPr>
          <a:xfrm>
            <a:off x="1919801" y="1264919"/>
            <a:ext cx="7856659" cy="514635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64B4D06-4883-4B68-C34D-2C01D70CA935}"/>
              </a:ext>
            </a:extLst>
          </p:cNvPr>
          <p:cNvSpPr txBox="1">
            <a:spLocks/>
          </p:cNvSpPr>
          <p:nvPr/>
        </p:nvSpPr>
        <p:spPr>
          <a:xfrm>
            <a:off x="75438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Air Bubble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4626EE-94D9-9A74-9CBC-DBE973B99EC3}"/>
              </a:ext>
            </a:extLst>
          </p:cNvPr>
          <p:cNvSpPr>
            <a:spLocks noChangeAspect="1"/>
          </p:cNvSpPr>
          <p:nvPr/>
        </p:nvSpPr>
        <p:spPr>
          <a:xfrm>
            <a:off x="2869133" y="4734426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2067E4-3525-3254-35E5-0C6649B774E4}"/>
              </a:ext>
            </a:extLst>
          </p:cNvPr>
          <p:cNvSpPr>
            <a:spLocks noChangeAspect="1"/>
          </p:cNvSpPr>
          <p:nvPr/>
        </p:nvSpPr>
        <p:spPr>
          <a:xfrm>
            <a:off x="3108161" y="4973453"/>
            <a:ext cx="475648" cy="475648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64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1163-E347-1B7B-A0B2-D22069C5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0" y="0"/>
            <a:ext cx="10515600" cy="1325563"/>
          </a:xfrm>
        </p:spPr>
        <p:txBody>
          <a:bodyPr/>
          <a:lstStyle/>
          <a:p>
            <a:r>
              <a:rPr lang="en-US"/>
              <a:t>Bone sphere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24C156-EA0B-A554-2694-2A1C36BCD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t="1897" r="304"/>
          <a:stretch>
            <a:fillRect/>
          </a:stretch>
        </p:blipFill>
        <p:spPr>
          <a:xfrm>
            <a:off x="1857496" y="1424940"/>
            <a:ext cx="7888484" cy="513953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F8A3137-D5BA-D978-1076-DD6E4822CB05}"/>
              </a:ext>
            </a:extLst>
          </p:cNvPr>
          <p:cNvSpPr>
            <a:spLocks noChangeAspect="1"/>
          </p:cNvSpPr>
          <p:nvPr/>
        </p:nvSpPr>
        <p:spPr>
          <a:xfrm>
            <a:off x="2637725" y="5040995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13295AB-DED7-C539-D23E-50B360D1B18F}"/>
              </a:ext>
            </a:extLst>
          </p:cNvPr>
          <p:cNvSpPr>
            <a:spLocks noChangeAspect="1"/>
          </p:cNvSpPr>
          <p:nvPr/>
        </p:nvSpPr>
        <p:spPr>
          <a:xfrm>
            <a:off x="2876753" y="5280022"/>
            <a:ext cx="475648" cy="475648"/>
          </a:xfrm>
          <a:prstGeom prst="ellipse">
            <a:avLst/>
          </a:prstGeom>
          <a:solidFill>
            <a:srgbClr val="FBF4E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06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3ADB9-AB6B-C75B-D22D-F78E5C925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1105" y="0"/>
            <a:ext cx="10515600" cy="1325563"/>
          </a:xfrm>
        </p:spPr>
        <p:txBody>
          <a:bodyPr/>
          <a:lstStyle/>
          <a:p>
            <a:r>
              <a:rPr lang="en-US"/>
              <a:t>Bone shell with air cavity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2200F-41C3-C276-4925-299B0B4EA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D4502C-0352-CE6B-56FB-8F1754C0A1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8"/>
          <a:stretch>
            <a:fillRect/>
          </a:stretch>
        </p:blipFill>
        <p:spPr>
          <a:xfrm>
            <a:off x="1845619" y="1180148"/>
            <a:ext cx="8302642" cy="538956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7CFEC3CD-1ED4-B704-1C4A-92B7F042E1D7}"/>
              </a:ext>
            </a:extLst>
          </p:cNvPr>
          <p:cNvSpPr>
            <a:spLocks noChangeAspect="1"/>
          </p:cNvSpPr>
          <p:nvPr/>
        </p:nvSpPr>
        <p:spPr>
          <a:xfrm>
            <a:off x="3011105" y="5072991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9ECB9B-0A30-614C-12C0-FFE701FB1F78}"/>
              </a:ext>
            </a:extLst>
          </p:cNvPr>
          <p:cNvSpPr>
            <a:spLocks noChangeAspect="1"/>
          </p:cNvSpPr>
          <p:nvPr/>
        </p:nvSpPr>
        <p:spPr>
          <a:xfrm>
            <a:off x="3288633" y="5347462"/>
            <a:ext cx="400251" cy="400251"/>
          </a:xfrm>
          <a:prstGeom prst="ellipse">
            <a:avLst/>
          </a:prstGeom>
          <a:solidFill>
            <a:schemeClr val="bg1"/>
          </a:solidFill>
          <a:ln w="79375">
            <a:solidFill>
              <a:srgbClr val="FBF4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6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8F3D-C25F-3707-DD20-2EC2EDE1C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219" y="263525"/>
            <a:ext cx="10515600" cy="1325563"/>
          </a:xfrm>
        </p:spPr>
        <p:txBody>
          <a:bodyPr/>
          <a:lstStyle/>
          <a:p>
            <a:r>
              <a:rPr lang="en-US"/>
              <a:t>Why this mismatch?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C8A24-9B6B-CE17-67B4-771AC683D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/>
              <a:t>PML thickness or scaling method</a:t>
            </a:r>
          </a:p>
          <a:p>
            <a:pPr marL="514350" indent="-514350">
              <a:buAutoNum type="arabicParenR"/>
            </a:pPr>
            <a:r>
              <a:rPr lang="en-US"/>
              <a:t>Inadequate mesh density of </a:t>
            </a:r>
            <a:r>
              <a:rPr lang="en-US" err="1"/>
              <a:t>scatterer</a:t>
            </a:r>
            <a:r>
              <a:rPr lang="en-US"/>
              <a:t>/water domain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US"/>
              <a:t>Size of the water domain</a:t>
            </a:r>
          </a:p>
          <a:p>
            <a:pPr marL="514350" indent="-514350">
              <a:buAutoNum type="arabicParenR"/>
            </a:pPr>
            <a:r>
              <a:rPr lang="en-US"/>
              <a:t>Some stupid mistake</a:t>
            </a:r>
          </a:p>
        </p:txBody>
      </p:sp>
    </p:spTree>
    <p:extLst>
      <p:ext uri="{BB962C8B-B14F-4D97-AF65-F5344CB8AC3E}">
        <p14:creationId xmlns:p14="http://schemas.microsoft.com/office/powerpoint/2010/main" val="4257799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0EAE-719E-4925-B52F-69FF6CC2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/>
              <a:t>Influence of PML thickness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B61EA-903C-F996-6FE7-582F40B2DCFC}"/>
              </a:ext>
            </a:extLst>
          </p:cNvPr>
          <p:cNvSpPr/>
          <p:nvPr/>
        </p:nvSpPr>
        <p:spPr>
          <a:xfrm>
            <a:off x="4089400" y="1168401"/>
            <a:ext cx="3625850" cy="3175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56D05C69-4F41-F037-829A-A3DD03B20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7216" y="1325563"/>
            <a:ext cx="8863299" cy="4808539"/>
          </a:xfrm>
          <a:prstGeom prst="rect">
            <a:avLst/>
          </a:prstGeom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5932928C-4FD4-5B24-221E-4272414F8E62}"/>
              </a:ext>
            </a:extLst>
          </p:cNvPr>
          <p:cNvSpPr>
            <a:spLocks noChangeAspect="1"/>
          </p:cNvSpPr>
          <p:nvPr/>
        </p:nvSpPr>
        <p:spPr>
          <a:xfrm>
            <a:off x="2333193" y="4396740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3D778B6-5255-A752-EB82-D48BFAB3F326}"/>
              </a:ext>
            </a:extLst>
          </p:cNvPr>
          <p:cNvSpPr>
            <a:spLocks noChangeAspect="1"/>
          </p:cNvSpPr>
          <p:nvPr/>
        </p:nvSpPr>
        <p:spPr>
          <a:xfrm>
            <a:off x="2572221" y="4635767"/>
            <a:ext cx="475648" cy="475648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133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793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203E-6ACD-0F28-8560-19489998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750"/>
            <a:ext cx="10515600" cy="1325563"/>
          </a:xfrm>
        </p:spPr>
        <p:txBody>
          <a:bodyPr/>
          <a:lstStyle/>
          <a:p>
            <a:pPr algn="ctr"/>
            <a:r>
              <a:rPr lang="en-US"/>
              <a:t>A discovery: physics-based mesh resolves inaccuracies in soft sphere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51EFD-255F-F1CA-6BD6-C02D5D9E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70646"/>
            <a:ext cx="7545070" cy="499560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C02167A-D643-8DAB-1687-0E1B5F99C9CA}"/>
              </a:ext>
            </a:extLst>
          </p:cNvPr>
          <p:cNvSpPr>
            <a:spLocks noChangeAspect="1"/>
          </p:cNvSpPr>
          <p:nvPr/>
        </p:nvSpPr>
        <p:spPr>
          <a:xfrm>
            <a:off x="3006293" y="4872990"/>
            <a:ext cx="952500" cy="95250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133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4B5EFB-A208-2043-FE98-D2BFACBBB9B8}"/>
              </a:ext>
            </a:extLst>
          </p:cNvPr>
          <p:cNvSpPr>
            <a:spLocks noChangeAspect="1"/>
          </p:cNvSpPr>
          <p:nvPr/>
        </p:nvSpPr>
        <p:spPr>
          <a:xfrm>
            <a:off x="3245321" y="5112017"/>
            <a:ext cx="475648" cy="475648"/>
          </a:xfrm>
          <a:prstGeom prst="ellipse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133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39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ED58-947E-0B98-D856-7D178303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7020" y="144145"/>
            <a:ext cx="10515600" cy="1325563"/>
          </a:xfrm>
        </p:spPr>
        <p:txBody>
          <a:bodyPr/>
          <a:lstStyle/>
          <a:p>
            <a:r>
              <a:rPr lang="en-US"/>
              <a:t>PM Layer vs PM Boundary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AF5171-D6D5-C616-BC9C-DC61F2496F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6556" y="1302067"/>
            <a:ext cx="7720844" cy="51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56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405D-FAFC-A9F4-EAA0-BD05B1817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425"/>
            <a:ext cx="10909300" cy="1325563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Some preliminary experiments with CT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99DBF6-3688-FBEE-7D57-F7DA9513B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086" y="1363504"/>
            <a:ext cx="3698764" cy="5186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8C0223-ACA9-0EF1-2D93-E30E3D7F68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10" y="1303020"/>
            <a:ext cx="3000641" cy="51868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A50145-17CC-324D-B85D-76D6E165EB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3140" y="1303020"/>
            <a:ext cx="3880485" cy="2642218"/>
          </a:xfrm>
          <a:prstGeom prst="rect">
            <a:avLst/>
          </a:prstGeom>
        </p:spPr>
      </p:pic>
      <p:pic>
        <p:nvPicPr>
          <p:cNvPr id="12" name="SlicerCapture">
            <a:hlinkClick r:id="" action="ppaction://media"/>
            <a:extLst>
              <a:ext uri="{FF2B5EF4-FFF2-40B4-BE49-F238E27FC236}">
                <a16:creationId xmlns:a16="http://schemas.microsoft.com/office/drawing/2014/main" id="{98BB926C-220D-4B61-AE19-CEF57A877B7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l="19266" t="22953" r="24450" b="18973"/>
          <a:stretch>
            <a:fillRect/>
          </a:stretch>
        </p:blipFill>
        <p:spPr>
          <a:xfrm>
            <a:off x="7127863" y="3507122"/>
            <a:ext cx="4132700" cy="264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24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18A4-052A-53B5-9113-893B6DCC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125" y="2381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Helvetica Neue" panose="02000503000000020004"/>
              </a:rPr>
              <a:t>Rockfish scattering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08F1F9-C047-BEE5-7BED-68332B338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52997" y="1349375"/>
            <a:ext cx="5567062" cy="41752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7B2AC7-8392-B59D-4974-051D49E4B7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39"/>
          <a:stretch>
            <a:fillRect/>
          </a:stretch>
        </p:blipFill>
        <p:spPr>
          <a:xfrm>
            <a:off x="5018990" y="1470979"/>
            <a:ext cx="6875830" cy="44642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4867A2-7E8C-682C-E9F9-71860D2BB85E}"/>
              </a:ext>
            </a:extLst>
          </p:cNvPr>
          <p:cNvSpPr txBox="1"/>
          <p:nvPr/>
        </p:nvSpPr>
        <p:spPr>
          <a:xfrm>
            <a:off x="236220" y="5806296"/>
            <a:ext cx="4588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/>
              <a:t>Using perfectly matched boundary (PMB)</a:t>
            </a:r>
          </a:p>
          <a:p>
            <a:pPr marL="342900" indent="-342900">
              <a:buAutoNum type="arabicPeriod"/>
            </a:pPr>
            <a:r>
              <a:rPr lang="en-US"/>
              <a:t>No bony parts assigned yet</a:t>
            </a:r>
          </a:p>
          <a:p>
            <a:pPr marL="342900" indent="-342900">
              <a:buAutoNum type="arabicPeriod"/>
            </a:pPr>
            <a:r>
              <a:rPr lang="en-US"/>
              <a:t>Volume equivalent radius of SB: 14 mm</a:t>
            </a:r>
          </a:p>
        </p:txBody>
      </p:sp>
    </p:spTree>
    <p:extLst>
      <p:ext uri="{BB962C8B-B14F-4D97-AF65-F5344CB8AC3E}">
        <p14:creationId xmlns:p14="http://schemas.microsoft.com/office/powerpoint/2010/main" val="2212238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0FEE-726E-B828-B07B-DFCCFE7E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60038A-412D-71D2-B24C-00C1CC3CA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70445" y="1089580"/>
            <a:ext cx="6238452" cy="467883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CCC718E-954C-F1A2-D9AE-307F60B59E33}"/>
              </a:ext>
            </a:extLst>
          </p:cNvPr>
          <p:cNvSpPr txBox="1">
            <a:spLocks/>
          </p:cNvSpPr>
          <p:nvPr/>
        </p:nvSpPr>
        <p:spPr>
          <a:xfrm>
            <a:off x="2117305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err="1">
                <a:latin typeface="Helvetica Neue" panose="02000503000000020004"/>
              </a:rPr>
              <a:t>Plainfin</a:t>
            </a:r>
            <a:r>
              <a:rPr lang="en-US" sz="3600">
                <a:latin typeface="Helvetica Neue" panose="02000503000000020004"/>
              </a:rPr>
              <a:t> midshipman scattering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424113-8794-68E6-E989-24E452642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848" y="1520819"/>
            <a:ext cx="6873279" cy="45508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917749-A17D-37F8-2792-B1F41B4DFB01}"/>
              </a:ext>
            </a:extLst>
          </p:cNvPr>
          <p:cNvSpPr txBox="1"/>
          <p:nvPr/>
        </p:nvSpPr>
        <p:spPr>
          <a:xfrm>
            <a:off x="236220" y="5806296"/>
            <a:ext cx="45886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/>
              <a:t>Using perfectly matched boundary (PMB)</a:t>
            </a:r>
          </a:p>
          <a:p>
            <a:pPr marL="342900" indent="-342900">
              <a:buAutoNum type="arabicPeriod"/>
            </a:pPr>
            <a:r>
              <a:rPr lang="en-US"/>
              <a:t>Only swim bladder geometry included</a:t>
            </a:r>
          </a:p>
          <a:p>
            <a:pPr marL="342900" indent="-342900">
              <a:buAutoNum type="arabicPeriod"/>
            </a:pPr>
            <a:r>
              <a:rPr lang="en-US"/>
              <a:t>Volume equivalent radius of SB: 5.2 mm</a:t>
            </a:r>
          </a:p>
        </p:txBody>
      </p:sp>
    </p:spTree>
    <p:extLst>
      <p:ext uri="{BB962C8B-B14F-4D97-AF65-F5344CB8AC3E}">
        <p14:creationId xmlns:p14="http://schemas.microsoft.com/office/powerpoint/2010/main" val="3302838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49FEF-A1AC-9359-81FF-1891716FE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7539"/>
            <a:ext cx="10515600" cy="1325563"/>
          </a:xfrm>
        </p:spPr>
        <p:txBody>
          <a:bodyPr/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progress: Voxel-based material property assignment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332071F-2C7E-567D-47FE-FCDEF2976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105" y="2134554"/>
            <a:ext cx="4880947" cy="33234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01B88B-369A-4543-8CB8-678AAF60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502479"/>
            <a:ext cx="5214683" cy="39110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A889D5-840C-4097-8201-C774902F8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052" y="166482"/>
            <a:ext cx="6096851" cy="4572638"/>
          </a:xfrm>
          <a:prstGeom prst="rect">
            <a:avLst/>
          </a:prstGeom>
        </p:spPr>
      </p:pic>
      <p:sp>
        <p:nvSpPr>
          <p:cNvPr id="8" name="Arrow: Down 7">
            <a:extLst>
              <a:ext uri="{FF2B5EF4-FFF2-40B4-BE49-F238E27FC236}">
                <a16:creationId xmlns:a16="http://schemas.microsoft.com/office/drawing/2014/main" id="{AC560B0F-8C95-434D-B71E-DAE441D1E7A5}"/>
              </a:ext>
            </a:extLst>
          </p:cNvPr>
          <p:cNvSpPr/>
          <p:nvPr/>
        </p:nvSpPr>
        <p:spPr>
          <a:xfrm>
            <a:off x="6096000" y="2930979"/>
            <a:ext cx="141514" cy="571500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26A3D8-AAD3-487B-85F5-812521801F2D}"/>
              </a:ext>
            </a:extLst>
          </p:cNvPr>
          <p:cNvSpPr/>
          <p:nvPr/>
        </p:nvSpPr>
        <p:spPr>
          <a:xfrm rot="20926879">
            <a:off x="9308499" y="1636132"/>
            <a:ext cx="952775" cy="1442299"/>
          </a:xfrm>
          <a:prstGeom prst="ellipse">
            <a:avLst/>
          </a:prstGeom>
          <a:solidFill>
            <a:schemeClr val="accent5">
              <a:lumMod val="50000"/>
              <a:alpha val="3019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88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5AC2B-7901-3D78-4358-A81C336A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F314A-E79A-E1CD-3F0A-AA05EBE3C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Benchmarking</a:t>
            </a:r>
          </a:p>
          <a:p>
            <a:r>
              <a:rPr lang="en-US"/>
              <a:t>Run all models with physics-based mesh to check if mismatches are resolved. Examine the differences in mesh sizes between user-specified and physics-based method</a:t>
            </a:r>
          </a:p>
          <a:p>
            <a:r>
              <a:rPr lang="en-US"/>
              <a:t>Sanity check with </a:t>
            </a:r>
            <a:r>
              <a:rPr lang="en-US" err="1"/>
              <a:t>YoonJeon’s</a:t>
            </a:r>
            <a:r>
              <a:rPr lang="en-US"/>
              <a:t> elastic sphere model</a:t>
            </a:r>
          </a:p>
          <a:p>
            <a:endParaRPr lang="en-US"/>
          </a:p>
          <a:p>
            <a:pPr marL="0" indent="0">
              <a:buNone/>
            </a:pPr>
            <a:r>
              <a:rPr lang="en-US" b="1"/>
              <a:t>CT models</a:t>
            </a:r>
          </a:p>
          <a:p>
            <a:r>
              <a:rPr lang="en-US"/>
              <a:t>Run more expensive PML based models with rockfish and midshipman</a:t>
            </a:r>
          </a:p>
          <a:p>
            <a:r>
              <a:rPr lang="en-US"/>
              <a:t>Develop a method for voxel-based assignment of bone properties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60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Microsoft Office PowerPoint</Application>
  <PresentationFormat>Widescreen</PresentationFormat>
  <Paragraphs>60</Paragraphs>
  <Slides>20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Helvetica Neue</vt:lpstr>
      <vt:lpstr>Office Theme</vt:lpstr>
      <vt:lpstr>Modeling acoustic scattering by various geometries</vt:lpstr>
      <vt:lpstr>Project goals</vt:lpstr>
      <vt:lpstr>Benchmarking models</vt:lpstr>
      <vt:lpstr>Types of sphere scattering models</vt:lpstr>
      <vt:lpstr>Rigid sphere</vt:lpstr>
      <vt:lpstr>Soft sphere</vt:lpstr>
      <vt:lpstr>Air Bubble</vt:lpstr>
      <vt:lpstr>Air Bubble: Minnaert Resonance</vt:lpstr>
      <vt:lpstr>PowerPoint Presentation</vt:lpstr>
      <vt:lpstr>Bone sphere</vt:lpstr>
      <vt:lpstr>Bone shell with air cavity</vt:lpstr>
      <vt:lpstr>Why this mismatch?</vt:lpstr>
      <vt:lpstr>Influence of PML thickness</vt:lpstr>
      <vt:lpstr>A discovery: physics-based mesh resolves inaccuracies in soft sphere model</vt:lpstr>
      <vt:lpstr>PM Layer vs PM Boundary</vt:lpstr>
      <vt:lpstr>Some preliminary experiments with CT data</vt:lpstr>
      <vt:lpstr>Rockfish scattering function</vt:lpstr>
      <vt:lpstr>PowerPoint Presentation</vt:lpstr>
      <vt:lpstr>In progress: Voxel-based material property assignment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acoustic scattering by various geometries</dc:title>
  <dc:creator>Vaibhav Chhaya</dc:creator>
  <cp:lastModifiedBy>Vaibhav Chhaya</cp:lastModifiedBy>
  <cp:revision>1</cp:revision>
  <dcterms:created xsi:type="dcterms:W3CDTF">2026-08-18T23:24:06Z</dcterms:created>
  <dcterms:modified xsi:type="dcterms:W3CDTF">2026-09-02T19:00:03Z</dcterms:modified>
</cp:coreProperties>
</file>